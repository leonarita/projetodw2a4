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17"/>
  </p:notesMasterIdLst>
  <p:sldIdLst>
    <p:sldId id="256" r:id="rId2"/>
    <p:sldId id="260" r:id="rId3"/>
    <p:sldId id="259" r:id="rId4"/>
    <p:sldId id="261" r:id="rId5"/>
    <p:sldId id="287" r:id="rId6"/>
    <p:sldId id="263" r:id="rId7"/>
    <p:sldId id="288" r:id="rId8"/>
    <p:sldId id="289" r:id="rId9"/>
    <p:sldId id="292" r:id="rId10"/>
    <p:sldId id="293" r:id="rId11"/>
    <p:sldId id="296" r:id="rId12"/>
    <p:sldId id="290" r:id="rId13"/>
    <p:sldId id="291" r:id="rId14"/>
    <p:sldId id="294" r:id="rId15"/>
    <p:sldId id="295" r:id="rId16"/>
  </p:sldIdLst>
  <p:sldSz cx="9144000" cy="5143500" type="screen16x9"/>
  <p:notesSz cx="6858000" cy="9144000"/>
  <p:embeddedFontLst>
    <p:embeddedFont>
      <p:font typeface="Helvetica Neue" panose="020B0604020202020204" charset="0"/>
      <p:regular r:id="rId18"/>
      <p:bold r:id="rId19"/>
      <p:italic r:id="rId20"/>
      <p:boldItalic r:id="rId21"/>
    </p:embeddedFont>
    <p:embeddedFont>
      <p:font typeface="Nixie One" panose="020B0604020202020204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1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37BB4D-52B8-4551-BC7E-8E89F96EB5F1}">
  <a:tblStyle styleId="{EF37BB4D-52B8-4551-BC7E-8E89F96EB5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132" autoAdjust="0"/>
    <p:restoredTop sz="94660"/>
  </p:normalViewPr>
  <p:slideViewPr>
    <p:cSldViewPr snapToGrid="0">
      <p:cViewPr varScale="1">
        <p:scale>
          <a:sx n="47" d="100"/>
          <a:sy n="47" d="100"/>
        </p:scale>
        <p:origin x="48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965015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1961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21361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903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32669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151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337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6499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0591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59159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3298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0800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6628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80740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06112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8584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10800000" flipH="1">
            <a:off x="3919993" y="3977033"/>
            <a:ext cx="1303500" cy="1128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30000" y="0"/>
                </a:moveTo>
                <a:lnTo>
                  <a:pt x="0" y="59994"/>
                </a:lnTo>
                <a:lnTo>
                  <a:pt x="30000" y="120000"/>
                </a:lnTo>
                <a:lnTo>
                  <a:pt x="90000" y="120000"/>
                </a:lnTo>
                <a:lnTo>
                  <a:pt x="120000" y="59994"/>
                </a:lnTo>
                <a:lnTo>
                  <a:pt x="90000" y="0"/>
                </a:lnTo>
                <a:lnTo>
                  <a:pt x="30000" y="0"/>
                </a:lnTo>
                <a:close/>
                <a:moveTo>
                  <a:pt x="38477" y="16950"/>
                </a:moveTo>
                <a:lnTo>
                  <a:pt x="81522" y="16950"/>
                </a:lnTo>
                <a:lnTo>
                  <a:pt x="103033" y="59994"/>
                </a:lnTo>
                <a:lnTo>
                  <a:pt x="81522" y="103038"/>
                </a:lnTo>
                <a:lnTo>
                  <a:pt x="38477" y="103038"/>
                </a:lnTo>
                <a:lnTo>
                  <a:pt x="16955" y="59994"/>
                </a:lnTo>
                <a:lnTo>
                  <a:pt x="38477" y="1695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lin ang="6983783" scaled="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" name="Google Shape;11;p2"/>
          <p:cNvSpPr/>
          <p:nvPr/>
        </p:nvSpPr>
        <p:spPr>
          <a:xfrm rot="5400000">
            <a:off x="3809057" y="-81000"/>
            <a:ext cx="1525500" cy="176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60000" y="0"/>
                </a:moveTo>
                <a:lnTo>
                  <a:pt x="120000" y="30000"/>
                </a:lnTo>
                <a:lnTo>
                  <a:pt x="120000" y="90000"/>
                </a:lnTo>
                <a:lnTo>
                  <a:pt x="60000" y="120000"/>
                </a:lnTo>
                <a:lnTo>
                  <a:pt x="0" y="90000"/>
                </a:lnTo>
                <a:lnTo>
                  <a:pt x="0" y="3000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400175" y="1991825"/>
            <a:ext cx="63435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rot="10800000" flipH="1">
            <a:off x="2809875" y="-172875"/>
            <a:ext cx="1111500" cy="962400"/>
          </a:xfrm>
          <a:prstGeom prst="hexagon">
            <a:avLst>
              <a:gd name="adj" fmla="val 28678"/>
              <a:gd name="vf" fmla="val 115470"/>
            </a:avLst>
          </a:prstGeom>
          <a:noFill/>
          <a:ln w="19050" cap="flat" cmpd="sng">
            <a:solidFill>
              <a:srgbClr val="19BB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 rot="10800000" flipH="1">
            <a:off x="3602723" y="1360109"/>
            <a:ext cx="493800" cy="4275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 rot="10800000" flipH="1">
            <a:off x="5278915" y="855279"/>
            <a:ext cx="944700" cy="818100"/>
          </a:xfrm>
          <a:prstGeom prst="hexagon">
            <a:avLst>
              <a:gd name="adj" fmla="val 28678"/>
              <a:gd name="vf" fmla="val 115470"/>
            </a:avLst>
          </a:prstGeom>
          <a:noFill/>
          <a:ln w="76200" cap="flat" cmpd="sng">
            <a:solidFill>
              <a:srgbClr val="184769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10800000" flipH="1">
            <a:off x="5365799" y="352324"/>
            <a:ext cx="493800" cy="4272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00E1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" name="Google Shape;17;p2"/>
          <p:cNvGrpSpPr/>
          <p:nvPr/>
        </p:nvGrpSpPr>
        <p:grpSpPr>
          <a:xfrm>
            <a:off x="5549153" y="1029780"/>
            <a:ext cx="404640" cy="374059"/>
            <a:chOff x="5975075" y="2327500"/>
            <a:chExt cx="420100" cy="388350"/>
          </a:xfrm>
        </p:grpSpPr>
        <p:sp>
          <p:nvSpPr>
            <p:cNvPr id="18" name="Google Shape;18;p2"/>
            <p:cNvSpPr/>
            <p:nvPr/>
          </p:nvSpPr>
          <p:spPr>
            <a:xfrm>
              <a:off x="5975075" y="2474650"/>
              <a:ext cx="98325" cy="220450"/>
            </a:xfrm>
            <a:custGeom>
              <a:avLst/>
              <a:gdLst/>
              <a:ahLst/>
              <a:cxnLst/>
              <a:rect l="l" t="t" r="r" b="b"/>
              <a:pathLst>
                <a:path w="3933" h="8818" extrusionOk="0">
                  <a:moveTo>
                    <a:pt x="2418" y="1002"/>
                  </a:moveTo>
                  <a:lnTo>
                    <a:pt x="2565" y="1027"/>
                  </a:lnTo>
                  <a:lnTo>
                    <a:pt x="2687" y="1075"/>
                  </a:lnTo>
                  <a:lnTo>
                    <a:pt x="2809" y="1124"/>
                  </a:lnTo>
                  <a:lnTo>
                    <a:pt x="2907" y="1222"/>
                  </a:lnTo>
                  <a:lnTo>
                    <a:pt x="3005" y="1320"/>
                  </a:lnTo>
                  <a:lnTo>
                    <a:pt x="3078" y="1442"/>
                  </a:lnTo>
                  <a:lnTo>
                    <a:pt x="3102" y="1564"/>
                  </a:lnTo>
                  <a:lnTo>
                    <a:pt x="3127" y="1710"/>
                  </a:lnTo>
                  <a:lnTo>
                    <a:pt x="3102" y="1857"/>
                  </a:lnTo>
                  <a:lnTo>
                    <a:pt x="3078" y="1979"/>
                  </a:lnTo>
                  <a:lnTo>
                    <a:pt x="3005" y="2101"/>
                  </a:lnTo>
                  <a:lnTo>
                    <a:pt x="2907" y="2223"/>
                  </a:lnTo>
                  <a:lnTo>
                    <a:pt x="2809" y="2297"/>
                  </a:lnTo>
                  <a:lnTo>
                    <a:pt x="2687" y="2370"/>
                  </a:lnTo>
                  <a:lnTo>
                    <a:pt x="2565" y="2394"/>
                  </a:lnTo>
                  <a:lnTo>
                    <a:pt x="2418" y="2419"/>
                  </a:lnTo>
                  <a:lnTo>
                    <a:pt x="2272" y="2394"/>
                  </a:lnTo>
                  <a:lnTo>
                    <a:pt x="2150" y="2370"/>
                  </a:lnTo>
                  <a:lnTo>
                    <a:pt x="2028" y="2297"/>
                  </a:lnTo>
                  <a:lnTo>
                    <a:pt x="1930" y="2223"/>
                  </a:lnTo>
                  <a:lnTo>
                    <a:pt x="1832" y="2101"/>
                  </a:lnTo>
                  <a:lnTo>
                    <a:pt x="1759" y="1979"/>
                  </a:lnTo>
                  <a:lnTo>
                    <a:pt x="1735" y="1857"/>
                  </a:lnTo>
                  <a:lnTo>
                    <a:pt x="1710" y="1710"/>
                  </a:lnTo>
                  <a:lnTo>
                    <a:pt x="1735" y="1564"/>
                  </a:lnTo>
                  <a:lnTo>
                    <a:pt x="1759" y="1442"/>
                  </a:lnTo>
                  <a:lnTo>
                    <a:pt x="1832" y="1320"/>
                  </a:lnTo>
                  <a:lnTo>
                    <a:pt x="1930" y="1222"/>
                  </a:lnTo>
                  <a:lnTo>
                    <a:pt x="2028" y="1124"/>
                  </a:lnTo>
                  <a:lnTo>
                    <a:pt x="2150" y="1075"/>
                  </a:lnTo>
                  <a:lnTo>
                    <a:pt x="2272" y="1027"/>
                  </a:lnTo>
                  <a:lnTo>
                    <a:pt x="2418" y="1002"/>
                  </a:lnTo>
                  <a:close/>
                  <a:moveTo>
                    <a:pt x="1" y="1"/>
                  </a:moveTo>
                  <a:lnTo>
                    <a:pt x="1" y="8817"/>
                  </a:lnTo>
                  <a:lnTo>
                    <a:pt x="3933" y="8817"/>
                  </a:lnTo>
                  <a:lnTo>
                    <a:pt x="3933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088025" y="2327500"/>
              <a:ext cx="307150" cy="388350"/>
            </a:xfrm>
            <a:custGeom>
              <a:avLst/>
              <a:gdLst/>
              <a:ahLst/>
              <a:cxnLst/>
              <a:rect l="l" t="t" r="r" b="b"/>
              <a:pathLst>
                <a:path w="12286" h="15534" extrusionOk="0">
                  <a:moveTo>
                    <a:pt x="6326" y="1"/>
                  </a:moveTo>
                  <a:lnTo>
                    <a:pt x="5960" y="25"/>
                  </a:lnTo>
                  <a:lnTo>
                    <a:pt x="5716" y="74"/>
                  </a:lnTo>
                  <a:lnTo>
                    <a:pt x="5520" y="147"/>
                  </a:lnTo>
                  <a:lnTo>
                    <a:pt x="5374" y="221"/>
                  </a:lnTo>
                  <a:lnTo>
                    <a:pt x="4983" y="1466"/>
                  </a:lnTo>
                  <a:lnTo>
                    <a:pt x="4788" y="2028"/>
                  </a:lnTo>
                  <a:lnTo>
                    <a:pt x="4592" y="2541"/>
                  </a:lnTo>
                  <a:lnTo>
                    <a:pt x="4397" y="3005"/>
                  </a:lnTo>
                  <a:lnTo>
                    <a:pt x="4202" y="3396"/>
                  </a:lnTo>
                  <a:lnTo>
                    <a:pt x="4031" y="3689"/>
                  </a:lnTo>
                  <a:lnTo>
                    <a:pt x="3884" y="3933"/>
                  </a:lnTo>
                  <a:lnTo>
                    <a:pt x="3664" y="4153"/>
                  </a:lnTo>
                  <a:lnTo>
                    <a:pt x="3322" y="4495"/>
                  </a:lnTo>
                  <a:lnTo>
                    <a:pt x="2516" y="5252"/>
                  </a:lnTo>
                  <a:lnTo>
                    <a:pt x="1442" y="6229"/>
                  </a:lnTo>
                  <a:lnTo>
                    <a:pt x="1" y="6229"/>
                  </a:lnTo>
                  <a:lnTo>
                    <a:pt x="1" y="13433"/>
                  </a:lnTo>
                  <a:lnTo>
                    <a:pt x="1515" y="13433"/>
                  </a:lnTo>
                  <a:lnTo>
                    <a:pt x="2004" y="13678"/>
                  </a:lnTo>
                  <a:lnTo>
                    <a:pt x="2687" y="13971"/>
                  </a:lnTo>
                  <a:lnTo>
                    <a:pt x="3567" y="14313"/>
                  </a:lnTo>
                  <a:lnTo>
                    <a:pt x="4544" y="14679"/>
                  </a:lnTo>
                  <a:lnTo>
                    <a:pt x="5594" y="14997"/>
                  </a:lnTo>
                  <a:lnTo>
                    <a:pt x="6131" y="15143"/>
                  </a:lnTo>
                  <a:lnTo>
                    <a:pt x="6668" y="15265"/>
                  </a:lnTo>
                  <a:lnTo>
                    <a:pt x="7181" y="15387"/>
                  </a:lnTo>
                  <a:lnTo>
                    <a:pt x="7694" y="15461"/>
                  </a:lnTo>
                  <a:lnTo>
                    <a:pt x="8158" y="15509"/>
                  </a:lnTo>
                  <a:lnTo>
                    <a:pt x="8622" y="15534"/>
                  </a:lnTo>
                  <a:lnTo>
                    <a:pt x="9404" y="15534"/>
                  </a:lnTo>
                  <a:lnTo>
                    <a:pt x="9819" y="15509"/>
                  </a:lnTo>
                  <a:lnTo>
                    <a:pt x="10210" y="15461"/>
                  </a:lnTo>
                  <a:lnTo>
                    <a:pt x="10552" y="15363"/>
                  </a:lnTo>
                  <a:lnTo>
                    <a:pt x="10723" y="15314"/>
                  </a:lnTo>
                  <a:lnTo>
                    <a:pt x="10845" y="15265"/>
                  </a:lnTo>
                  <a:lnTo>
                    <a:pt x="10967" y="15192"/>
                  </a:lnTo>
                  <a:lnTo>
                    <a:pt x="11064" y="15094"/>
                  </a:lnTo>
                  <a:lnTo>
                    <a:pt x="11113" y="14997"/>
                  </a:lnTo>
                  <a:lnTo>
                    <a:pt x="11162" y="14874"/>
                  </a:lnTo>
                  <a:lnTo>
                    <a:pt x="11235" y="14166"/>
                  </a:lnTo>
                  <a:lnTo>
                    <a:pt x="11211" y="13995"/>
                  </a:lnTo>
                  <a:lnTo>
                    <a:pt x="11162" y="13849"/>
                  </a:lnTo>
                  <a:lnTo>
                    <a:pt x="11064" y="13702"/>
                  </a:lnTo>
                  <a:lnTo>
                    <a:pt x="10918" y="13580"/>
                  </a:lnTo>
                  <a:lnTo>
                    <a:pt x="11040" y="13556"/>
                  </a:lnTo>
                  <a:lnTo>
                    <a:pt x="11162" y="13507"/>
                  </a:lnTo>
                  <a:lnTo>
                    <a:pt x="11284" y="13458"/>
                  </a:lnTo>
                  <a:lnTo>
                    <a:pt x="11382" y="13360"/>
                  </a:lnTo>
                  <a:lnTo>
                    <a:pt x="11455" y="13263"/>
                  </a:lnTo>
                  <a:lnTo>
                    <a:pt x="11528" y="13140"/>
                  </a:lnTo>
                  <a:lnTo>
                    <a:pt x="11577" y="12994"/>
                  </a:lnTo>
                  <a:lnTo>
                    <a:pt x="11602" y="12872"/>
                  </a:lnTo>
                  <a:lnTo>
                    <a:pt x="11675" y="11993"/>
                  </a:lnTo>
                  <a:lnTo>
                    <a:pt x="11675" y="11870"/>
                  </a:lnTo>
                  <a:lnTo>
                    <a:pt x="11675" y="11773"/>
                  </a:lnTo>
                  <a:lnTo>
                    <a:pt x="11651" y="11651"/>
                  </a:lnTo>
                  <a:lnTo>
                    <a:pt x="11602" y="11553"/>
                  </a:lnTo>
                  <a:lnTo>
                    <a:pt x="11480" y="11382"/>
                  </a:lnTo>
                  <a:lnTo>
                    <a:pt x="11406" y="11309"/>
                  </a:lnTo>
                  <a:lnTo>
                    <a:pt x="11333" y="11235"/>
                  </a:lnTo>
                  <a:lnTo>
                    <a:pt x="11455" y="11211"/>
                  </a:lnTo>
                  <a:lnTo>
                    <a:pt x="11553" y="11162"/>
                  </a:lnTo>
                  <a:lnTo>
                    <a:pt x="11651" y="11089"/>
                  </a:lnTo>
                  <a:lnTo>
                    <a:pt x="11748" y="10991"/>
                  </a:lnTo>
                  <a:lnTo>
                    <a:pt x="11822" y="10893"/>
                  </a:lnTo>
                  <a:lnTo>
                    <a:pt x="11870" y="10796"/>
                  </a:lnTo>
                  <a:lnTo>
                    <a:pt x="11919" y="10674"/>
                  </a:lnTo>
                  <a:lnTo>
                    <a:pt x="11944" y="10527"/>
                  </a:lnTo>
                  <a:lnTo>
                    <a:pt x="12017" y="9672"/>
                  </a:lnTo>
                  <a:lnTo>
                    <a:pt x="12017" y="9550"/>
                  </a:lnTo>
                  <a:lnTo>
                    <a:pt x="12017" y="9428"/>
                  </a:lnTo>
                  <a:lnTo>
                    <a:pt x="11993" y="9306"/>
                  </a:lnTo>
                  <a:lnTo>
                    <a:pt x="11944" y="9208"/>
                  </a:lnTo>
                  <a:lnTo>
                    <a:pt x="11895" y="9111"/>
                  </a:lnTo>
                  <a:lnTo>
                    <a:pt x="11822" y="9037"/>
                  </a:lnTo>
                  <a:lnTo>
                    <a:pt x="11748" y="8964"/>
                  </a:lnTo>
                  <a:lnTo>
                    <a:pt x="11651" y="8891"/>
                  </a:lnTo>
                  <a:lnTo>
                    <a:pt x="11748" y="8866"/>
                  </a:lnTo>
                  <a:lnTo>
                    <a:pt x="11846" y="8793"/>
                  </a:lnTo>
                  <a:lnTo>
                    <a:pt x="11944" y="8720"/>
                  </a:lnTo>
                  <a:lnTo>
                    <a:pt x="12017" y="8647"/>
                  </a:lnTo>
                  <a:lnTo>
                    <a:pt x="12090" y="8549"/>
                  </a:lnTo>
                  <a:lnTo>
                    <a:pt x="12139" y="8451"/>
                  </a:lnTo>
                  <a:lnTo>
                    <a:pt x="12163" y="8329"/>
                  </a:lnTo>
                  <a:lnTo>
                    <a:pt x="12188" y="8207"/>
                  </a:lnTo>
                  <a:lnTo>
                    <a:pt x="12286" y="7328"/>
                  </a:lnTo>
                  <a:lnTo>
                    <a:pt x="12261" y="7206"/>
                  </a:lnTo>
                  <a:lnTo>
                    <a:pt x="12237" y="7083"/>
                  </a:lnTo>
                  <a:lnTo>
                    <a:pt x="12188" y="6986"/>
                  </a:lnTo>
                  <a:lnTo>
                    <a:pt x="12139" y="6888"/>
                  </a:lnTo>
                  <a:lnTo>
                    <a:pt x="12066" y="6790"/>
                  </a:lnTo>
                  <a:lnTo>
                    <a:pt x="11968" y="6717"/>
                  </a:lnTo>
                  <a:lnTo>
                    <a:pt x="11748" y="6571"/>
                  </a:lnTo>
                  <a:lnTo>
                    <a:pt x="11504" y="6448"/>
                  </a:lnTo>
                  <a:lnTo>
                    <a:pt x="11211" y="6351"/>
                  </a:lnTo>
                  <a:lnTo>
                    <a:pt x="10893" y="6278"/>
                  </a:lnTo>
                  <a:lnTo>
                    <a:pt x="10576" y="6229"/>
                  </a:lnTo>
                  <a:lnTo>
                    <a:pt x="9892" y="6131"/>
                  </a:lnTo>
                  <a:lnTo>
                    <a:pt x="8842" y="6033"/>
                  </a:lnTo>
                  <a:lnTo>
                    <a:pt x="7596" y="5960"/>
                  </a:lnTo>
                  <a:lnTo>
                    <a:pt x="6326" y="5887"/>
                  </a:lnTo>
                  <a:lnTo>
                    <a:pt x="6497" y="5594"/>
                  </a:lnTo>
                  <a:lnTo>
                    <a:pt x="6644" y="5252"/>
                  </a:lnTo>
                  <a:lnTo>
                    <a:pt x="6790" y="4885"/>
                  </a:lnTo>
                  <a:lnTo>
                    <a:pt x="6888" y="4495"/>
                  </a:lnTo>
                  <a:lnTo>
                    <a:pt x="6986" y="4104"/>
                  </a:lnTo>
                  <a:lnTo>
                    <a:pt x="7083" y="3689"/>
                  </a:lnTo>
                  <a:lnTo>
                    <a:pt x="7181" y="2883"/>
                  </a:lnTo>
                  <a:lnTo>
                    <a:pt x="7254" y="2150"/>
                  </a:lnTo>
                  <a:lnTo>
                    <a:pt x="7303" y="1539"/>
                  </a:lnTo>
                  <a:lnTo>
                    <a:pt x="7303" y="978"/>
                  </a:lnTo>
                  <a:lnTo>
                    <a:pt x="7303" y="807"/>
                  </a:lnTo>
                  <a:lnTo>
                    <a:pt x="7230" y="611"/>
                  </a:lnTo>
                  <a:lnTo>
                    <a:pt x="7157" y="465"/>
                  </a:lnTo>
                  <a:lnTo>
                    <a:pt x="7035" y="318"/>
                  </a:lnTo>
                  <a:lnTo>
                    <a:pt x="6888" y="172"/>
                  </a:lnTo>
                  <a:lnTo>
                    <a:pt x="6717" y="98"/>
                  </a:lnTo>
                  <a:lnTo>
                    <a:pt x="6522" y="25"/>
                  </a:lnTo>
                  <a:lnTo>
                    <a:pt x="632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/>
          <p:nvPr/>
        </p:nvSpPr>
        <p:spPr>
          <a:xfrm>
            <a:off x="3253021" y="113273"/>
            <a:ext cx="225085" cy="389964"/>
          </a:xfrm>
          <a:custGeom>
            <a:avLst/>
            <a:gdLst/>
            <a:ahLst/>
            <a:cxnLst/>
            <a:rect l="l" t="t" r="r" b="b"/>
            <a:pathLst>
              <a:path w="11870" h="20565" extrusionOk="0">
                <a:moveTo>
                  <a:pt x="6301" y="977"/>
                </a:moveTo>
                <a:lnTo>
                  <a:pt x="6423" y="1002"/>
                </a:lnTo>
                <a:lnTo>
                  <a:pt x="6497" y="1075"/>
                </a:lnTo>
                <a:lnTo>
                  <a:pt x="6570" y="1148"/>
                </a:lnTo>
                <a:lnTo>
                  <a:pt x="6594" y="1270"/>
                </a:lnTo>
                <a:lnTo>
                  <a:pt x="6570" y="1368"/>
                </a:lnTo>
                <a:lnTo>
                  <a:pt x="6497" y="1466"/>
                </a:lnTo>
                <a:lnTo>
                  <a:pt x="6423" y="1515"/>
                </a:lnTo>
                <a:lnTo>
                  <a:pt x="6301" y="1539"/>
                </a:lnTo>
                <a:lnTo>
                  <a:pt x="5569" y="1539"/>
                </a:lnTo>
                <a:lnTo>
                  <a:pt x="5446" y="1515"/>
                </a:lnTo>
                <a:lnTo>
                  <a:pt x="5373" y="1466"/>
                </a:lnTo>
                <a:lnTo>
                  <a:pt x="5300" y="1368"/>
                </a:lnTo>
                <a:lnTo>
                  <a:pt x="5276" y="1270"/>
                </a:lnTo>
                <a:lnTo>
                  <a:pt x="5300" y="1148"/>
                </a:lnTo>
                <a:lnTo>
                  <a:pt x="5373" y="1075"/>
                </a:lnTo>
                <a:lnTo>
                  <a:pt x="5446" y="1002"/>
                </a:lnTo>
                <a:lnTo>
                  <a:pt x="5569" y="977"/>
                </a:lnTo>
                <a:close/>
                <a:moveTo>
                  <a:pt x="10575" y="2565"/>
                </a:moveTo>
                <a:lnTo>
                  <a:pt x="10575" y="16706"/>
                </a:lnTo>
                <a:lnTo>
                  <a:pt x="1295" y="16706"/>
                </a:lnTo>
                <a:lnTo>
                  <a:pt x="1295" y="2565"/>
                </a:lnTo>
                <a:close/>
                <a:moveTo>
                  <a:pt x="5935" y="17780"/>
                </a:moveTo>
                <a:lnTo>
                  <a:pt x="6106" y="17805"/>
                </a:lnTo>
                <a:lnTo>
                  <a:pt x="6277" y="17854"/>
                </a:lnTo>
                <a:lnTo>
                  <a:pt x="6423" y="17927"/>
                </a:lnTo>
                <a:lnTo>
                  <a:pt x="6545" y="18025"/>
                </a:lnTo>
                <a:lnTo>
                  <a:pt x="6643" y="18147"/>
                </a:lnTo>
                <a:lnTo>
                  <a:pt x="6716" y="18293"/>
                </a:lnTo>
                <a:lnTo>
                  <a:pt x="6765" y="18464"/>
                </a:lnTo>
                <a:lnTo>
                  <a:pt x="6790" y="18635"/>
                </a:lnTo>
                <a:lnTo>
                  <a:pt x="6765" y="18806"/>
                </a:lnTo>
                <a:lnTo>
                  <a:pt x="6716" y="18977"/>
                </a:lnTo>
                <a:lnTo>
                  <a:pt x="6643" y="19124"/>
                </a:lnTo>
                <a:lnTo>
                  <a:pt x="6545" y="19246"/>
                </a:lnTo>
                <a:lnTo>
                  <a:pt x="6423" y="19343"/>
                </a:lnTo>
                <a:lnTo>
                  <a:pt x="6277" y="19417"/>
                </a:lnTo>
                <a:lnTo>
                  <a:pt x="6106" y="19465"/>
                </a:lnTo>
                <a:lnTo>
                  <a:pt x="5935" y="19490"/>
                </a:lnTo>
                <a:lnTo>
                  <a:pt x="5764" y="19465"/>
                </a:lnTo>
                <a:lnTo>
                  <a:pt x="5593" y="19417"/>
                </a:lnTo>
                <a:lnTo>
                  <a:pt x="5446" y="19343"/>
                </a:lnTo>
                <a:lnTo>
                  <a:pt x="5324" y="19246"/>
                </a:lnTo>
                <a:lnTo>
                  <a:pt x="5227" y="19124"/>
                </a:lnTo>
                <a:lnTo>
                  <a:pt x="5153" y="18977"/>
                </a:lnTo>
                <a:lnTo>
                  <a:pt x="5105" y="18806"/>
                </a:lnTo>
                <a:lnTo>
                  <a:pt x="5080" y="18635"/>
                </a:lnTo>
                <a:lnTo>
                  <a:pt x="5105" y="18464"/>
                </a:lnTo>
                <a:lnTo>
                  <a:pt x="5153" y="18293"/>
                </a:lnTo>
                <a:lnTo>
                  <a:pt x="5227" y="18147"/>
                </a:lnTo>
                <a:lnTo>
                  <a:pt x="5324" y="18025"/>
                </a:lnTo>
                <a:lnTo>
                  <a:pt x="5446" y="17927"/>
                </a:lnTo>
                <a:lnTo>
                  <a:pt x="5593" y="17854"/>
                </a:lnTo>
                <a:lnTo>
                  <a:pt x="5764" y="17805"/>
                </a:lnTo>
                <a:lnTo>
                  <a:pt x="5935" y="17780"/>
                </a:lnTo>
                <a:close/>
                <a:moveTo>
                  <a:pt x="1295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6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6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95" y="20565"/>
                </a:lnTo>
                <a:lnTo>
                  <a:pt x="10575" y="20565"/>
                </a:lnTo>
                <a:lnTo>
                  <a:pt x="10844" y="20540"/>
                </a:lnTo>
                <a:lnTo>
                  <a:pt x="11088" y="20467"/>
                </a:lnTo>
                <a:lnTo>
                  <a:pt x="11308" y="20345"/>
                </a:lnTo>
                <a:lnTo>
                  <a:pt x="11503" y="20198"/>
                </a:lnTo>
                <a:lnTo>
                  <a:pt x="11650" y="20003"/>
                </a:lnTo>
                <a:lnTo>
                  <a:pt x="11772" y="19783"/>
                </a:lnTo>
                <a:lnTo>
                  <a:pt x="11845" y="19539"/>
                </a:lnTo>
                <a:lnTo>
                  <a:pt x="11870" y="19270"/>
                </a:lnTo>
                <a:lnTo>
                  <a:pt x="11870" y="1295"/>
                </a:lnTo>
                <a:lnTo>
                  <a:pt x="11845" y="1026"/>
                </a:lnTo>
                <a:lnTo>
                  <a:pt x="11772" y="782"/>
                </a:lnTo>
                <a:lnTo>
                  <a:pt x="11650" y="562"/>
                </a:lnTo>
                <a:lnTo>
                  <a:pt x="11503" y="367"/>
                </a:lnTo>
                <a:lnTo>
                  <a:pt x="11308" y="220"/>
                </a:lnTo>
                <a:lnTo>
                  <a:pt x="11088" y="98"/>
                </a:lnTo>
                <a:lnTo>
                  <a:pt x="10844" y="25"/>
                </a:lnTo>
                <a:lnTo>
                  <a:pt x="10575" y="0"/>
                </a:lnTo>
                <a:close/>
              </a:path>
            </a:pathLst>
          </a:custGeom>
          <a:solidFill>
            <a:srgbClr val="19BB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" name="Google Shape;21;p2"/>
          <p:cNvGrpSpPr/>
          <p:nvPr/>
        </p:nvGrpSpPr>
        <p:grpSpPr>
          <a:xfrm>
            <a:off x="4380526" y="515192"/>
            <a:ext cx="382958" cy="607111"/>
            <a:chOff x="6718575" y="2318625"/>
            <a:chExt cx="256950" cy="407375"/>
          </a:xfrm>
        </p:grpSpPr>
        <p:sp>
          <p:nvSpPr>
            <p:cNvPr id="22" name="Google Shape;22;p2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3199464" y="902959"/>
            <a:ext cx="395018" cy="403297"/>
            <a:chOff x="3951850" y="2985350"/>
            <a:chExt cx="407950" cy="416500"/>
          </a:xfrm>
        </p:grpSpPr>
        <p:sp>
          <p:nvSpPr>
            <p:cNvPr id="31" name="Google Shape;31;p2"/>
            <p:cNvSpPr/>
            <p:nvPr/>
          </p:nvSpPr>
          <p:spPr>
            <a:xfrm>
              <a:off x="3951850" y="2985350"/>
              <a:ext cx="314800" cy="314825"/>
            </a:xfrm>
            <a:custGeom>
              <a:avLst/>
              <a:gdLst/>
              <a:ahLst/>
              <a:cxnLst/>
              <a:rect l="l" t="t" r="r" b="b"/>
              <a:pathLst>
                <a:path w="12592" h="12593" fill="none" extrusionOk="0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3988375" y="3021875"/>
              <a:ext cx="241750" cy="241750"/>
            </a:xfrm>
            <a:custGeom>
              <a:avLst/>
              <a:gdLst/>
              <a:ahLst/>
              <a:cxnLst/>
              <a:rect l="l" t="t" r="r" b="b"/>
              <a:pathLst>
                <a:path w="9670" h="9670" fill="none" extrusionOk="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4024300" y="3058425"/>
              <a:ext cx="84650" cy="84650"/>
            </a:xfrm>
            <a:custGeom>
              <a:avLst/>
              <a:gdLst/>
              <a:ahLst/>
              <a:cxnLst/>
              <a:rect l="l" t="t" r="r" b="b"/>
              <a:pathLst>
                <a:path w="3386" h="3386" fill="none" extrusionOk="0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4205750" y="3248375"/>
              <a:ext cx="154050" cy="153475"/>
            </a:xfrm>
            <a:custGeom>
              <a:avLst/>
              <a:gdLst/>
              <a:ahLst/>
              <a:cxnLst/>
              <a:rect l="l" t="t" r="r" b="b"/>
              <a:pathLst>
                <a:path w="6162" h="6139" fill="none" extrusionOk="0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" name="Google Shape;35;p2"/>
          <p:cNvSpPr/>
          <p:nvPr/>
        </p:nvSpPr>
        <p:spPr>
          <a:xfrm rot="10800000" flipH="1">
            <a:off x="5010533" y="4576648"/>
            <a:ext cx="1032900" cy="894600"/>
          </a:xfrm>
          <a:prstGeom prst="hexagon">
            <a:avLst>
              <a:gd name="adj" fmla="val 28678"/>
              <a:gd name="vf" fmla="val 115470"/>
            </a:avLst>
          </a:prstGeom>
          <a:noFill/>
          <a:ln w="19050" cap="flat" cmpd="sng">
            <a:solidFill>
              <a:srgbClr val="18476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 rot="10800000" flipH="1">
            <a:off x="5133679" y="4056450"/>
            <a:ext cx="540000" cy="4674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 rot="10800000" flipH="1">
            <a:off x="3101709" y="3629719"/>
            <a:ext cx="1032900" cy="8940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 rot="10800000" flipH="1">
            <a:off x="3530384" y="4576662"/>
            <a:ext cx="452100" cy="391200"/>
          </a:xfrm>
          <a:prstGeom prst="hexagon">
            <a:avLst>
              <a:gd name="adj" fmla="val 28678"/>
              <a:gd name="vf" fmla="val 115470"/>
            </a:avLst>
          </a:prstGeom>
          <a:noFill/>
          <a:ln w="19050" cap="flat" cmpd="sng">
            <a:solidFill>
              <a:srgbClr val="00E1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5370705" y="4867761"/>
            <a:ext cx="312503" cy="312484"/>
          </a:xfrm>
          <a:custGeom>
            <a:avLst/>
            <a:gdLst/>
            <a:ahLst/>
            <a:cxnLst/>
            <a:rect l="l" t="t" r="r" b="b"/>
            <a:pathLst>
              <a:path w="17000" h="16999" extrusionOk="0">
                <a:moveTo>
                  <a:pt x="8769" y="5740"/>
                </a:moveTo>
                <a:lnTo>
                  <a:pt x="9037" y="5788"/>
                </a:lnTo>
                <a:lnTo>
                  <a:pt x="9282" y="5862"/>
                </a:lnTo>
                <a:lnTo>
                  <a:pt x="9550" y="5935"/>
                </a:lnTo>
                <a:lnTo>
                  <a:pt x="9794" y="6057"/>
                </a:lnTo>
                <a:lnTo>
                  <a:pt x="10014" y="6204"/>
                </a:lnTo>
                <a:lnTo>
                  <a:pt x="10234" y="6350"/>
                </a:lnTo>
                <a:lnTo>
                  <a:pt x="10454" y="6546"/>
                </a:lnTo>
                <a:lnTo>
                  <a:pt x="10649" y="6765"/>
                </a:lnTo>
                <a:lnTo>
                  <a:pt x="10796" y="6985"/>
                </a:lnTo>
                <a:lnTo>
                  <a:pt x="10942" y="7205"/>
                </a:lnTo>
                <a:lnTo>
                  <a:pt x="11064" y="7449"/>
                </a:lnTo>
                <a:lnTo>
                  <a:pt x="11138" y="7718"/>
                </a:lnTo>
                <a:lnTo>
                  <a:pt x="11211" y="7962"/>
                </a:lnTo>
                <a:lnTo>
                  <a:pt x="11260" y="8231"/>
                </a:lnTo>
                <a:lnTo>
                  <a:pt x="11260" y="8499"/>
                </a:lnTo>
                <a:lnTo>
                  <a:pt x="11260" y="8768"/>
                </a:lnTo>
                <a:lnTo>
                  <a:pt x="11211" y="9037"/>
                </a:lnTo>
                <a:lnTo>
                  <a:pt x="11138" y="9281"/>
                </a:lnTo>
                <a:lnTo>
                  <a:pt x="11064" y="9550"/>
                </a:lnTo>
                <a:lnTo>
                  <a:pt x="10942" y="9794"/>
                </a:lnTo>
                <a:lnTo>
                  <a:pt x="10796" y="10014"/>
                </a:lnTo>
                <a:lnTo>
                  <a:pt x="10649" y="10233"/>
                </a:lnTo>
                <a:lnTo>
                  <a:pt x="10454" y="10453"/>
                </a:lnTo>
                <a:lnTo>
                  <a:pt x="10234" y="10649"/>
                </a:lnTo>
                <a:lnTo>
                  <a:pt x="10014" y="10795"/>
                </a:lnTo>
                <a:lnTo>
                  <a:pt x="9794" y="10942"/>
                </a:lnTo>
                <a:lnTo>
                  <a:pt x="9550" y="11064"/>
                </a:lnTo>
                <a:lnTo>
                  <a:pt x="9282" y="11137"/>
                </a:lnTo>
                <a:lnTo>
                  <a:pt x="9037" y="11210"/>
                </a:lnTo>
                <a:lnTo>
                  <a:pt x="8769" y="11259"/>
                </a:lnTo>
                <a:lnTo>
                  <a:pt x="8231" y="11259"/>
                </a:lnTo>
                <a:lnTo>
                  <a:pt x="7963" y="11210"/>
                </a:lnTo>
                <a:lnTo>
                  <a:pt x="7719" y="11137"/>
                </a:lnTo>
                <a:lnTo>
                  <a:pt x="7450" y="11064"/>
                </a:lnTo>
                <a:lnTo>
                  <a:pt x="7206" y="10942"/>
                </a:lnTo>
                <a:lnTo>
                  <a:pt x="6986" y="10795"/>
                </a:lnTo>
                <a:lnTo>
                  <a:pt x="6766" y="10649"/>
                </a:lnTo>
                <a:lnTo>
                  <a:pt x="6546" y="10453"/>
                </a:lnTo>
                <a:lnTo>
                  <a:pt x="6351" y="10233"/>
                </a:lnTo>
                <a:lnTo>
                  <a:pt x="6204" y="10014"/>
                </a:lnTo>
                <a:lnTo>
                  <a:pt x="6058" y="9794"/>
                </a:lnTo>
                <a:lnTo>
                  <a:pt x="5936" y="9550"/>
                </a:lnTo>
                <a:lnTo>
                  <a:pt x="5862" y="9281"/>
                </a:lnTo>
                <a:lnTo>
                  <a:pt x="5789" y="9037"/>
                </a:lnTo>
                <a:lnTo>
                  <a:pt x="5740" y="8768"/>
                </a:lnTo>
                <a:lnTo>
                  <a:pt x="5740" y="8499"/>
                </a:lnTo>
                <a:lnTo>
                  <a:pt x="5740" y="8231"/>
                </a:lnTo>
                <a:lnTo>
                  <a:pt x="5789" y="7962"/>
                </a:lnTo>
                <a:lnTo>
                  <a:pt x="5862" y="7718"/>
                </a:lnTo>
                <a:lnTo>
                  <a:pt x="5936" y="7449"/>
                </a:lnTo>
                <a:lnTo>
                  <a:pt x="6058" y="7205"/>
                </a:lnTo>
                <a:lnTo>
                  <a:pt x="6204" y="6985"/>
                </a:lnTo>
                <a:lnTo>
                  <a:pt x="6351" y="6765"/>
                </a:lnTo>
                <a:lnTo>
                  <a:pt x="6546" y="6546"/>
                </a:lnTo>
                <a:lnTo>
                  <a:pt x="6766" y="6350"/>
                </a:lnTo>
                <a:lnTo>
                  <a:pt x="6986" y="6204"/>
                </a:lnTo>
                <a:lnTo>
                  <a:pt x="7206" y="6057"/>
                </a:lnTo>
                <a:lnTo>
                  <a:pt x="7450" y="5935"/>
                </a:lnTo>
                <a:lnTo>
                  <a:pt x="7719" y="5862"/>
                </a:lnTo>
                <a:lnTo>
                  <a:pt x="7963" y="5788"/>
                </a:lnTo>
                <a:lnTo>
                  <a:pt x="8231" y="5740"/>
                </a:lnTo>
                <a:close/>
                <a:moveTo>
                  <a:pt x="7914" y="0"/>
                </a:moveTo>
                <a:lnTo>
                  <a:pt x="7743" y="25"/>
                </a:lnTo>
                <a:lnTo>
                  <a:pt x="7596" y="73"/>
                </a:lnTo>
                <a:lnTo>
                  <a:pt x="7474" y="147"/>
                </a:lnTo>
                <a:lnTo>
                  <a:pt x="7328" y="244"/>
                </a:lnTo>
                <a:lnTo>
                  <a:pt x="7230" y="342"/>
                </a:lnTo>
                <a:lnTo>
                  <a:pt x="7132" y="489"/>
                </a:lnTo>
                <a:lnTo>
                  <a:pt x="7084" y="635"/>
                </a:lnTo>
                <a:lnTo>
                  <a:pt x="7035" y="782"/>
                </a:lnTo>
                <a:lnTo>
                  <a:pt x="6839" y="2540"/>
                </a:lnTo>
                <a:lnTo>
                  <a:pt x="6497" y="2638"/>
                </a:lnTo>
                <a:lnTo>
                  <a:pt x="6131" y="2784"/>
                </a:lnTo>
                <a:lnTo>
                  <a:pt x="5789" y="2931"/>
                </a:lnTo>
                <a:lnTo>
                  <a:pt x="5447" y="3102"/>
                </a:lnTo>
                <a:lnTo>
                  <a:pt x="4079" y="2027"/>
                </a:lnTo>
                <a:lnTo>
                  <a:pt x="3933" y="1930"/>
                </a:lnTo>
                <a:lnTo>
                  <a:pt x="3786" y="1881"/>
                </a:lnTo>
                <a:lnTo>
                  <a:pt x="3640" y="1832"/>
                </a:lnTo>
                <a:lnTo>
                  <a:pt x="3493" y="1832"/>
                </a:lnTo>
                <a:lnTo>
                  <a:pt x="3322" y="1856"/>
                </a:lnTo>
                <a:lnTo>
                  <a:pt x="3176" y="1905"/>
                </a:lnTo>
                <a:lnTo>
                  <a:pt x="3029" y="1978"/>
                </a:lnTo>
                <a:lnTo>
                  <a:pt x="2907" y="2076"/>
                </a:lnTo>
                <a:lnTo>
                  <a:pt x="2077" y="2907"/>
                </a:lnTo>
                <a:lnTo>
                  <a:pt x="1979" y="3029"/>
                </a:lnTo>
                <a:lnTo>
                  <a:pt x="1906" y="3175"/>
                </a:lnTo>
                <a:lnTo>
                  <a:pt x="1857" y="3322"/>
                </a:lnTo>
                <a:lnTo>
                  <a:pt x="1833" y="3493"/>
                </a:lnTo>
                <a:lnTo>
                  <a:pt x="1833" y="3639"/>
                </a:lnTo>
                <a:lnTo>
                  <a:pt x="1881" y="3786"/>
                </a:lnTo>
                <a:lnTo>
                  <a:pt x="1930" y="3932"/>
                </a:lnTo>
                <a:lnTo>
                  <a:pt x="2028" y="4079"/>
                </a:lnTo>
                <a:lnTo>
                  <a:pt x="3103" y="5447"/>
                </a:lnTo>
                <a:lnTo>
                  <a:pt x="2932" y="5788"/>
                </a:lnTo>
                <a:lnTo>
                  <a:pt x="2785" y="6130"/>
                </a:lnTo>
                <a:lnTo>
                  <a:pt x="2639" y="6497"/>
                </a:lnTo>
                <a:lnTo>
                  <a:pt x="2541" y="6839"/>
                </a:lnTo>
                <a:lnTo>
                  <a:pt x="782" y="7034"/>
                </a:lnTo>
                <a:lnTo>
                  <a:pt x="636" y="7083"/>
                </a:lnTo>
                <a:lnTo>
                  <a:pt x="489" y="7132"/>
                </a:lnTo>
                <a:lnTo>
                  <a:pt x="343" y="7229"/>
                </a:lnTo>
                <a:lnTo>
                  <a:pt x="245" y="7327"/>
                </a:lnTo>
                <a:lnTo>
                  <a:pt x="147" y="7474"/>
                </a:lnTo>
                <a:lnTo>
                  <a:pt x="74" y="7596"/>
                </a:lnTo>
                <a:lnTo>
                  <a:pt x="25" y="7742"/>
                </a:lnTo>
                <a:lnTo>
                  <a:pt x="1" y="7913"/>
                </a:lnTo>
                <a:lnTo>
                  <a:pt x="1" y="9086"/>
                </a:lnTo>
                <a:lnTo>
                  <a:pt x="25" y="9257"/>
                </a:lnTo>
                <a:lnTo>
                  <a:pt x="74" y="9403"/>
                </a:lnTo>
                <a:lnTo>
                  <a:pt x="147" y="9525"/>
                </a:lnTo>
                <a:lnTo>
                  <a:pt x="245" y="9672"/>
                </a:lnTo>
                <a:lnTo>
                  <a:pt x="343" y="9769"/>
                </a:lnTo>
                <a:lnTo>
                  <a:pt x="489" y="9867"/>
                </a:lnTo>
                <a:lnTo>
                  <a:pt x="636" y="9916"/>
                </a:lnTo>
                <a:lnTo>
                  <a:pt x="782" y="9965"/>
                </a:lnTo>
                <a:lnTo>
                  <a:pt x="2541" y="10160"/>
                </a:lnTo>
                <a:lnTo>
                  <a:pt x="2639" y="10502"/>
                </a:lnTo>
                <a:lnTo>
                  <a:pt x="2785" y="10868"/>
                </a:lnTo>
                <a:lnTo>
                  <a:pt x="2932" y="11210"/>
                </a:lnTo>
                <a:lnTo>
                  <a:pt x="3103" y="11552"/>
                </a:lnTo>
                <a:lnTo>
                  <a:pt x="2028" y="12920"/>
                </a:lnTo>
                <a:lnTo>
                  <a:pt x="1930" y="13067"/>
                </a:lnTo>
                <a:lnTo>
                  <a:pt x="1881" y="13213"/>
                </a:lnTo>
                <a:lnTo>
                  <a:pt x="1833" y="13360"/>
                </a:lnTo>
                <a:lnTo>
                  <a:pt x="1833" y="13506"/>
                </a:lnTo>
                <a:lnTo>
                  <a:pt x="1857" y="13677"/>
                </a:lnTo>
                <a:lnTo>
                  <a:pt x="1906" y="13824"/>
                </a:lnTo>
                <a:lnTo>
                  <a:pt x="1979" y="13970"/>
                </a:lnTo>
                <a:lnTo>
                  <a:pt x="2077" y="14092"/>
                </a:lnTo>
                <a:lnTo>
                  <a:pt x="2907" y="14923"/>
                </a:lnTo>
                <a:lnTo>
                  <a:pt x="3029" y="15020"/>
                </a:lnTo>
                <a:lnTo>
                  <a:pt x="3176" y="15094"/>
                </a:lnTo>
                <a:lnTo>
                  <a:pt x="3322" y="15142"/>
                </a:lnTo>
                <a:lnTo>
                  <a:pt x="3493" y="15167"/>
                </a:lnTo>
                <a:lnTo>
                  <a:pt x="3640" y="15167"/>
                </a:lnTo>
                <a:lnTo>
                  <a:pt x="3786" y="15118"/>
                </a:lnTo>
                <a:lnTo>
                  <a:pt x="3933" y="15069"/>
                </a:lnTo>
                <a:lnTo>
                  <a:pt x="4079" y="14996"/>
                </a:lnTo>
                <a:lnTo>
                  <a:pt x="5447" y="13897"/>
                </a:lnTo>
                <a:lnTo>
                  <a:pt x="5789" y="14068"/>
                </a:lnTo>
                <a:lnTo>
                  <a:pt x="6131" y="14214"/>
                </a:lnTo>
                <a:lnTo>
                  <a:pt x="6497" y="14361"/>
                </a:lnTo>
                <a:lnTo>
                  <a:pt x="6839" y="14459"/>
                </a:lnTo>
                <a:lnTo>
                  <a:pt x="7035" y="16217"/>
                </a:lnTo>
                <a:lnTo>
                  <a:pt x="7084" y="16364"/>
                </a:lnTo>
                <a:lnTo>
                  <a:pt x="7132" y="16510"/>
                </a:lnTo>
                <a:lnTo>
                  <a:pt x="7230" y="16657"/>
                </a:lnTo>
                <a:lnTo>
                  <a:pt x="7328" y="16754"/>
                </a:lnTo>
                <a:lnTo>
                  <a:pt x="7474" y="16852"/>
                </a:lnTo>
                <a:lnTo>
                  <a:pt x="7596" y="16925"/>
                </a:lnTo>
                <a:lnTo>
                  <a:pt x="7743" y="16974"/>
                </a:lnTo>
                <a:lnTo>
                  <a:pt x="7914" y="16999"/>
                </a:lnTo>
                <a:lnTo>
                  <a:pt x="9086" y="16999"/>
                </a:lnTo>
                <a:lnTo>
                  <a:pt x="9257" y="16974"/>
                </a:lnTo>
                <a:lnTo>
                  <a:pt x="9404" y="16925"/>
                </a:lnTo>
                <a:lnTo>
                  <a:pt x="9526" y="16852"/>
                </a:lnTo>
                <a:lnTo>
                  <a:pt x="9672" y="16754"/>
                </a:lnTo>
                <a:lnTo>
                  <a:pt x="9770" y="16657"/>
                </a:lnTo>
                <a:lnTo>
                  <a:pt x="9868" y="16510"/>
                </a:lnTo>
                <a:lnTo>
                  <a:pt x="9917" y="16364"/>
                </a:lnTo>
                <a:lnTo>
                  <a:pt x="9965" y="16217"/>
                </a:lnTo>
                <a:lnTo>
                  <a:pt x="10161" y="14459"/>
                </a:lnTo>
                <a:lnTo>
                  <a:pt x="10503" y="14361"/>
                </a:lnTo>
                <a:lnTo>
                  <a:pt x="10869" y="14214"/>
                </a:lnTo>
                <a:lnTo>
                  <a:pt x="11211" y="14068"/>
                </a:lnTo>
                <a:lnTo>
                  <a:pt x="11553" y="13897"/>
                </a:lnTo>
                <a:lnTo>
                  <a:pt x="12921" y="14996"/>
                </a:lnTo>
                <a:lnTo>
                  <a:pt x="13067" y="15069"/>
                </a:lnTo>
                <a:lnTo>
                  <a:pt x="13214" y="15118"/>
                </a:lnTo>
                <a:lnTo>
                  <a:pt x="13360" y="15167"/>
                </a:lnTo>
                <a:lnTo>
                  <a:pt x="13507" y="15167"/>
                </a:lnTo>
                <a:lnTo>
                  <a:pt x="13678" y="15142"/>
                </a:lnTo>
                <a:lnTo>
                  <a:pt x="13824" y="15094"/>
                </a:lnTo>
                <a:lnTo>
                  <a:pt x="13971" y="15020"/>
                </a:lnTo>
                <a:lnTo>
                  <a:pt x="14093" y="14923"/>
                </a:lnTo>
                <a:lnTo>
                  <a:pt x="14923" y="14092"/>
                </a:lnTo>
                <a:lnTo>
                  <a:pt x="15021" y="13970"/>
                </a:lnTo>
                <a:lnTo>
                  <a:pt x="15094" y="13824"/>
                </a:lnTo>
                <a:lnTo>
                  <a:pt x="15143" y="13677"/>
                </a:lnTo>
                <a:lnTo>
                  <a:pt x="15168" y="13506"/>
                </a:lnTo>
                <a:lnTo>
                  <a:pt x="15168" y="13360"/>
                </a:lnTo>
                <a:lnTo>
                  <a:pt x="15119" y="13213"/>
                </a:lnTo>
                <a:lnTo>
                  <a:pt x="15070" y="13067"/>
                </a:lnTo>
                <a:lnTo>
                  <a:pt x="14997" y="12920"/>
                </a:lnTo>
                <a:lnTo>
                  <a:pt x="13898" y="11552"/>
                </a:lnTo>
                <a:lnTo>
                  <a:pt x="14068" y="11210"/>
                </a:lnTo>
                <a:lnTo>
                  <a:pt x="14215" y="10868"/>
                </a:lnTo>
                <a:lnTo>
                  <a:pt x="14362" y="10502"/>
                </a:lnTo>
                <a:lnTo>
                  <a:pt x="14459" y="10160"/>
                </a:lnTo>
                <a:lnTo>
                  <a:pt x="16218" y="9965"/>
                </a:lnTo>
                <a:lnTo>
                  <a:pt x="16364" y="9916"/>
                </a:lnTo>
                <a:lnTo>
                  <a:pt x="16511" y="9867"/>
                </a:lnTo>
                <a:lnTo>
                  <a:pt x="16657" y="9769"/>
                </a:lnTo>
                <a:lnTo>
                  <a:pt x="16755" y="9672"/>
                </a:lnTo>
                <a:lnTo>
                  <a:pt x="16853" y="9525"/>
                </a:lnTo>
                <a:lnTo>
                  <a:pt x="16926" y="9403"/>
                </a:lnTo>
                <a:lnTo>
                  <a:pt x="16975" y="9257"/>
                </a:lnTo>
                <a:lnTo>
                  <a:pt x="16999" y="9086"/>
                </a:lnTo>
                <a:lnTo>
                  <a:pt x="16999" y="7913"/>
                </a:lnTo>
                <a:lnTo>
                  <a:pt x="16975" y="7742"/>
                </a:lnTo>
                <a:lnTo>
                  <a:pt x="16926" y="7596"/>
                </a:lnTo>
                <a:lnTo>
                  <a:pt x="16853" y="7474"/>
                </a:lnTo>
                <a:lnTo>
                  <a:pt x="16755" y="7327"/>
                </a:lnTo>
                <a:lnTo>
                  <a:pt x="16657" y="7229"/>
                </a:lnTo>
                <a:lnTo>
                  <a:pt x="16511" y="7132"/>
                </a:lnTo>
                <a:lnTo>
                  <a:pt x="16364" y="7083"/>
                </a:lnTo>
                <a:lnTo>
                  <a:pt x="16218" y="7034"/>
                </a:lnTo>
                <a:lnTo>
                  <a:pt x="14459" y="6839"/>
                </a:lnTo>
                <a:lnTo>
                  <a:pt x="14362" y="6497"/>
                </a:lnTo>
                <a:lnTo>
                  <a:pt x="14215" y="6130"/>
                </a:lnTo>
                <a:lnTo>
                  <a:pt x="14068" y="5788"/>
                </a:lnTo>
                <a:lnTo>
                  <a:pt x="13898" y="5447"/>
                </a:lnTo>
                <a:lnTo>
                  <a:pt x="14997" y="4079"/>
                </a:lnTo>
                <a:lnTo>
                  <a:pt x="15070" y="3932"/>
                </a:lnTo>
                <a:lnTo>
                  <a:pt x="15119" y="3786"/>
                </a:lnTo>
                <a:lnTo>
                  <a:pt x="15168" y="3639"/>
                </a:lnTo>
                <a:lnTo>
                  <a:pt x="15168" y="3493"/>
                </a:lnTo>
                <a:lnTo>
                  <a:pt x="15143" y="3322"/>
                </a:lnTo>
                <a:lnTo>
                  <a:pt x="15094" y="3175"/>
                </a:lnTo>
                <a:lnTo>
                  <a:pt x="15021" y="3029"/>
                </a:lnTo>
                <a:lnTo>
                  <a:pt x="14923" y="2907"/>
                </a:lnTo>
                <a:lnTo>
                  <a:pt x="14093" y="2076"/>
                </a:lnTo>
                <a:lnTo>
                  <a:pt x="13971" y="1978"/>
                </a:lnTo>
                <a:lnTo>
                  <a:pt x="13824" y="1905"/>
                </a:lnTo>
                <a:lnTo>
                  <a:pt x="13678" y="1856"/>
                </a:lnTo>
                <a:lnTo>
                  <a:pt x="13507" y="1832"/>
                </a:lnTo>
                <a:lnTo>
                  <a:pt x="13360" y="1832"/>
                </a:lnTo>
                <a:lnTo>
                  <a:pt x="13214" y="1881"/>
                </a:lnTo>
                <a:lnTo>
                  <a:pt x="13067" y="1930"/>
                </a:lnTo>
                <a:lnTo>
                  <a:pt x="12921" y="2027"/>
                </a:lnTo>
                <a:lnTo>
                  <a:pt x="11553" y="3102"/>
                </a:lnTo>
                <a:lnTo>
                  <a:pt x="11211" y="2931"/>
                </a:lnTo>
                <a:lnTo>
                  <a:pt x="10869" y="2784"/>
                </a:lnTo>
                <a:lnTo>
                  <a:pt x="10503" y="2638"/>
                </a:lnTo>
                <a:lnTo>
                  <a:pt x="10161" y="2540"/>
                </a:lnTo>
                <a:lnTo>
                  <a:pt x="9965" y="782"/>
                </a:lnTo>
                <a:lnTo>
                  <a:pt x="9917" y="635"/>
                </a:lnTo>
                <a:lnTo>
                  <a:pt x="9868" y="489"/>
                </a:lnTo>
                <a:lnTo>
                  <a:pt x="9770" y="342"/>
                </a:lnTo>
                <a:lnTo>
                  <a:pt x="9672" y="244"/>
                </a:lnTo>
                <a:lnTo>
                  <a:pt x="9526" y="147"/>
                </a:lnTo>
                <a:lnTo>
                  <a:pt x="9404" y="73"/>
                </a:lnTo>
                <a:lnTo>
                  <a:pt x="9257" y="25"/>
                </a:lnTo>
                <a:lnTo>
                  <a:pt x="9086" y="0"/>
                </a:lnTo>
                <a:close/>
              </a:path>
            </a:pathLst>
          </a:cu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" name="Google Shape;40;p2"/>
          <p:cNvGrpSpPr/>
          <p:nvPr/>
        </p:nvGrpSpPr>
        <p:grpSpPr>
          <a:xfrm>
            <a:off x="5772009" y="4056440"/>
            <a:ext cx="573943" cy="550550"/>
            <a:chOff x="5241175" y="4959100"/>
            <a:chExt cx="539775" cy="517775"/>
          </a:xfrm>
        </p:grpSpPr>
        <p:sp>
          <p:nvSpPr>
            <p:cNvPr id="41" name="Google Shape;41;p2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l" t="t" r="r" b="b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l" t="t" r="r" b="b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l" t="t" r="r" b="b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l" t="t" r="r" b="b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l" t="t" r="r" b="b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l" t="t" r="r" b="b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2"/>
          <p:cNvSpPr/>
          <p:nvPr/>
        </p:nvSpPr>
        <p:spPr>
          <a:xfrm>
            <a:off x="3429208" y="3904791"/>
            <a:ext cx="377839" cy="343685"/>
          </a:xfrm>
          <a:custGeom>
            <a:avLst/>
            <a:gdLst/>
            <a:ahLst/>
            <a:cxnLst/>
            <a:rect l="l" t="t" r="r" b="b"/>
            <a:pathLst>
              <a:path w="16218" h="14752" extrusionOk="0">
                <a:moveTo>
                  <a:pt x="7694" y="0"/>
                </a:moveTo>
                <a:lnTo>
                  <a:pt x="7279" y="25"/>
                </a:lnTo>
                <a:lnTo>
                  <a:pt x="6863" y="74"/>
                </a:lnTo>
                <a:lnTo>
                  <a:pt x="6473" y="123"/>
                </a:lnTo>
                <a:lnTo>
                  <a:pt x="6082" y="196"/>
                </a:lnTo>
                <a:lnTo>
                  <a:pt x="5691" y="293"/>
                </a:lnTo>
                <a:lnTo>
                  <a:pt x="5325" y="416"/>
                </a:lnTo>
                <a:lnTo>
                  <a:pt x="4958" y="538"/>
                </a:lnTo>
                <a:lnTo>
                  <a:pt x="4592" y="660"/>
                </a:lnTo>
                <a:lnTo>
                  <a:pt x="4250" y="831"/>
                </a:lnTo>
                <a:lnTo>
                  <a:pt x="3908" y="977"/>
                </a:lnTo>
                <a:lnTo>
                  <a:pt x="3566" y="1173"/>
                </a:lnTo>
                <a:lnTo>
                  <a:pt x="3249" y="1368"/>
                </a:lnTo>
                <a:lnTo>
                  <a:pt x="2956" y="1563"/>
                </a:lnTo>
                <a:lnTo>
                  <a:pt x="2663" y="1783"/>
                </a:lnTo>
                <a:lnTo>
                  <a:pt x="2370" y="2003"/>
                </a:lnTo>
                <a:lnTo>
                  <a:pt x="2101" y="2247"/>
                </a:lnTo>
                <a:lnTo>
                  <a:pt x="1857" y="2492"/>
                </a:lnTo>
                <a:lnTo>
                  <a:pt x="1612" y="2760"/>
                </a:lnTo>
                <a:lnTo>
                  <a:pt x="1393" y="3029"/>
                </a:lnTo>
                <a:lnTo>
                  <a:pt x="1173" y="3298"/>
                </a:lnTo>
                <a:lnTo>
                  <a:pt x="977" y="3591"/>
                </a:lnTo>
                <a:lnTo>
                  <a:pt x="807" y="3884"/>
                </a:lnTo>
                <a:lnTo>
                  <a:pt x="636" y="4201"/>
                </a:lnTo>
                <a:lnTo>
                  <a:pt x="489" y="4519"/>
                </a:lnTo>
                <a:lnTo>
                  <a:pt x="367" y="4836"/>
                </a:lnTo>
                <a:lnTo>
                  <a:pt x="245" y="5154"/>
                </a:lnTo>
                <a:lnTo>
                  <a:pt x="172" y="5496"/>
                </a:lnTo>
                <a:lnTo>
                  <a:pt x="98" y="5838"/>
                </a:lnTo>
                <a:lnTo>
                  <a:pt x="49" y="6179"/>
                </a:lnTo>
                <a:lnTo>
                  <a:pt x="1" y="6521"/>
                </a:lnTo>
                <a:lnTo>
                  <a:pt x="1" y="6888"/>
                </a:lnTo>
                <a:lnTo>
                  <a:pt x="1" y="7254"/>
                </a:lnTo>
                <a:lnTo>
                  <a:pt x="49" y="7645"/>
                </a:lnTo>
                <a:lnTo>
                  <a:pt x="98" y="8011"/>
                </a:lnTo>
                <a:lnTo>
                  <a:pt x="196" y="8353"/>
                </a:lnTo>
                <a:lnTo>
                  <a:pt x="294" y="8719"/>
                </a:lnTo>
                <a:lnTo>
                  <a:pt x="416" y="9061"/>
                </a:lnTo>
                <a:lnTo>
                  <a:pt x="562" y="9403"/>
                </a:lnTo>
                <a:lnTo>
                  <a:pt x="733" y="9745"/>
                </a:lnTo>
                <a:lnTo>
                  <a:pt x="904" y="10063"/>
                </a:lnTo>
                <a:lnTo>
                  <a:pt x="1100" y="10356"/>
                </a:lnTo>
                <a:lnTo>
                  <a:pt x="1344" y="10673"/>
                </a:lnTo>
                <a:lnTo>
                  <a:pt x="1564" y="10966"/>
                </a:lnTo>
                <a:lnTo>
                  <a:pt x="1832" y="11235"/>
                </a:lnTo>
                <a:lnTo>
                  <a:pt x="2101" y="11504"/>
                </a:lnTo>
                <a:lnTo>
                  <a:pt x="2394" y="11772"/>
                </a:lnTo>
                <a:lnTo>
                  <a:pt x="2687" y="12017"/>
                </a:lnTo>
                <a:lnTo>
                  <a:pt x="2492" y="12383"/>
                </a:lnTo>
                <a:lnTo>
                  <a:pt x="2272" y="12749"/>
                </a:lnTo>
                <a:lnTo>
                  <a:pt x="2028" y="13140"/>
                </a:lnTo>
                <a:lnTo>
                  <a:pt x="1710" y="13506"/>
                </a:lnTo>
                <a:lnTo>
                  <a:pt x="1368" y="13873"/>
                </a:lnTo>
                <a:lnTo>
                  <a:pt x="1173" y="14044"/>
                </a:lnTo>
                <a:lnTo>
                  <a:pt x="953" y="14190"/>
                </a:lnTo>
                <a:lnTo>
                  <a:pt x="733" y="14337"/>
                </a:lnTo>
                <a:lnTo>
                  <a:pt x="513" y="14483"/>
                </a:lnTo>
                <a:lnTo>
                  <a:pt x="269" y="14581"/>
                </a:lnTo>
                <a:lnTo>
                  <a:pt x="1" y="14703"/>
                </a:lnTo>
                <a:lnTo>
                  <a:pt x="123" y="14703"/>
                </a:lnTo>
                <a:lnTo>
                  <a:pt x="489" y="14752"/>
                </a:lnTo>
                <a:lnTo>
                  <a:pt x="1368" y="14752"/>
                </a:lnTo>
                <a:lnTo>
                  <a:pt x="1710" y="14728"/>
                </a:lnTo>
                <a:lnTo>
                  <a:pt x="2101" y="14654"/>
                </a:lnTo>
                <a:lnTo>
                  <a:pt x="2492" y="14581"/>
                </a:lnTo>
                <a:lnTo>
                  <a:pt x="2907" y="14459"/>
                </a:lnTo>
                <a:lnTo>
                  <a:pt x="3322" y="14312"/>
                </a:lnTo>
                <a:lnTo>
                  <a:pt x="3762" y="14117"/>
                </a:lnTo>
                <a:lnTo>
                  <a:pt x="4177" y="13873"/>
                </a:lnTo>
                <a:lnTo>
                  <a:pt x="4592" y="13604"/>
                </a:lnTo>
                <a:lnTo>
                  <a:pt x="4983" y="13238"/>
                </a:lnTo>
                <a:lnTo>
                  <a:pt x="5349" y="13360"/>
                </a:lnTo>
                <a:lnTo>
                  <a:pt x="5716" y="13482"/>
                </a:lnTo>
                <a:lnTo>
                  <a:pt x="6106" y="13555"/>
                </a:lnTo>
                <a:lnTo>
                  <a:pt x="6497" y="13628"/>
                </a:lnTo>
                <a:lnTo>
                  <a:pt x="6888" y="13702"/>
                </a:lnTo>
                <a:lnTo>
                  <a:pt x="7279" y="13751"/>
                </a:lnTo>
                <a:lnTo>
                  <a:pt x="7694" y="13775"/>
                </a:lnTo>
                <a:lnTo>
                  <a:pt x="8524" y="13775"/>
                </a:lnTo>
                <a:lnTo>
                  <a:pt x="8939" y="13751"/>
                </a:lnTo>
                <a:lnTo>
                  <a:pt x="9355" y="13702"/>
                </a:lnTo>
                <a:lnTo>
                  <a:pt x="9745" y="13628"/>
                </a:lnTo>
                <a:lnTo>
                  <a:pt x="10136" y="13555"/>
                </a:lnTo>
                <a:lnTo>
                  <a:pt x="10527" y="13458"/>
                </a:lnTo>
                <a:lnTo>
                  <a:pt x="10893" y="13360"/>
                </a:lnTo>
                <a:lnTo>
                  <a:pt x="11260" y="13238"/>
                </a:lnTo>
                <a:lnTo>
                  <a:pt x="11626" y="13091"/>
                </a:lnTo>
                <a:lnTo>
                  <a:pt x="11968" y="12945"/>
                </a:lnTo>
                <a:lnTo>
                  <a:pt x="12310" y="12774"/>
                </a:lnTo>
                <a:lnTo>
                  <a:pt x="12652" y="12603"/>
                </a:lnTo>
                <a:lnTo>
                  <a:pt x="12969" y="12407"/>
                </a:lnTo>
                <a:lnTo>
                  <a:pt x="13262" y="12212"/>
                </a:lnTo>
                <a:lnTo>
                  <a:pt x="13555" y="11992"/>
                </a:lnTo>
                <a:lnTo>
                  <a:pt x="13848" y="11748"/>
                </a:lnTo>
                <a:lnTo>
                  <a:pt x="14117" y="11528"/>
                </a:lnTo>
                <a:lnTo>
                  <a:pt x="14361" y="11259"/>
                </a:lnTo>
                <a:lnTo>
                  <a:pt x="14606" y="11015"/>
                </a:lnTo>
                <a:lnTo>
                  <a:pt x="14825" y="10747"/>
                </a:lnTo>
                <a:lnTo>
                  <a:pt x="15045" y="10453"/>
                </a:lnTo>
                <a:lnTo>
                  <a:pt x="15241" y="10160"/>
                </a:lnTo>
                <a:lnTo>
                  <a:pt x="15412" y="9867"/>
                </a:lnTo>
                <a:lnTo>
                  <a:pt x="15582" y="9574"/>
                </a:lnTo>
                <a:lnTo>
                  <a:pt x="15729" y="9257"/>
                </a:lnTo>
                <a:lnTo>
                  <a:pt x="15851" y="8939"/>
                </a:lnTo>
                <a:lnTo>
                  <a:pt x="15973" y="8597"/>
                </a:lnTo>
                <a:lnTo>
                  <a:pt x="16047" y="8280"/>
                </a:lnTo>
                <a:lnTo>
                  <a:pt x="16120" y="7938"/>
                </a:lnTo>
                <a:lnTo>
                  <a:pt x="16169" y="7596"/>
                </a:lnTo>
                <a:lnTo>
                  <a:pt x="16217" y="7230"/>
                </a:lnTo>
                <a:lnTo>
                  <a:pt x="16217" y="6888"/>
                </a:lnTo>
                <a:lnTo>
                  <a:pt x="16217" y="6521"/>
                </a:lnTo>
                <a:lnTo>
                  <a:pt x="16169" y="6179"/>
                </a:lnTo>
                <a:lnTo>
                  <a:pt x="16120" y="5838"/>
                </a:lnTo>
                <a:lnTo>
                  <a:pt x="16047" y="5496"/>
                </a:lnTo>
                <a:lnTo>
                  <a:pt x="15973" y="5154"/>
                </a:lnTo>
                <a:lnTo>
                  <a:pt x="15851" y="4836"/>
                </a:lnTo>
                <a:lnTo>
                  <a:pt x="15729" y="4519"/>
                </a:lnTo>
                <a:lnTo>
                  <a:pt x="15582" y="4201"/>
                </a:lnTo>
                <a:lnTo>
                  <a:pt x="15412" y="3884"/>
                </a:lnTo>
                <a:lnTo>
                  <a:pt x="15241" y="3591"/>
                </a:lnTo>
                <a:lnTo>
                  <a:pt x="15045" y="3298"/>
                </a:lnTo>
                <a:lnTo>
                  <a:pt x="14825" y="3029"/>
                </a:lnTo>
                <a:lnTo>
                  <a:pt x="14606" y="2760"/>
                </a:lnTo>
                <a:lnTo>
                  <a:pt x="14361" y="2492"/>
                </a:lnTo>
                <a:lnTo>
                  <a:pt x="14117" y="2247"/>
                </a:lnTo>
                <a:lnTo>
                  <a:pt x="13848" y="2003"/>
                </a:lnTo>
                <a:lnTo>
                  <a:pt x="13555" y="1783"/>
                </a:lnTo>
                <a:lnTo>
                  <a:pt x="13262" y="1563"/>
                </a:lnTo>
                <a:lnTo>
                  <a:pt x="12969" y="1368"/>
                </a:lnTo>
                <a:lnTo>
                  <a:pt x="12652" y="1173"/>
                </a:lnTo>
                <a:lnTo>
                  <a:pt x="12310" y="977"/>
                </a:lnTo>
                <a:lnTo>
                  <a:pt x="11968" y="831"/>
                </a:lnTo>
                <a:lnTo>
                  <a:pt x="11626" y="660"/>
                </a:lnTo>
                <a:lnTo>
                  <a:pt x="11260" y="538"/>
                </a:lnTo>
                <a:lnTo>
                  <a:pt x="10893" y="416"/>
                </a:lnTo>
                <a:lnTo>
                  <a:pt x="10527" y="293"/>
                </a:lnTo>
                <a:lnTo>
                  <a:pt x="10136" y="196"/>
                </a:lnTo>
                <a:lnTo>
                  <a:pt x="9745" y="123"/>
                </a:lnTo>
                <a:lnTo>
                  <a:pt x="9355" y="74"/>
                </a:lnTo>
                <a:lnTo>
                  <a:pt x="8939" y="25"/>
                </a:lnTo>
                <a:lnTo>
                  <a:pt x="8524" y="0"/>
                </a:lnTo>
                <a:close/>
              </a:path>
            </a:pathLst>
          </a:cu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 rot="10800000" flipH="1">
            <a:off x="-94969" y="303826"/>
            <a:ext cx="1034700" cy="895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30000" y="0"/>
                </a:moveTo>
                <a:lnTo>
                  <a:pt x="0" y="59994"/>
                </a:lnTo>
                <a:lnTo>
                  <a:pt x="30000" y="120000"/>
                </a:lnTo>
                <a:lnTo>
                  <a:pt x="90000" y="120000"/>
                </a:lnTo>
                <a:lnTo>
                  <a:pt x="120000" y="59994"/>
                </a:lnTo>
                <a:lnTo>
                  <a:pt x="90000" y="0"/>
                </a:lnTo>
                <a:lnTo>
                  <a:pt x="30000" y="0"/>
                </a:lnTo>
                <a:close/>
                <a:moveTo>
                  <a:pt x="38477" y="16950"/>
                </a:moveTo>
                <a:lnTo>
                  <a:pt x="81522" y="16950"/>
                </a:lnTo>
                <a:lnTo>
                  <a:pt x="103033" y="59994"/>
                </a:lnTo>
                <a:lnTo>
                  <a:pt x="81522" y="103038"/>
                </a:lnTo>
                <a:lnTo>
                  <a:pt x="38477" y="103038"/>
                </a:lnTo>
                <a:lnTo>
                  <a:pt x="16955" y="59994"/>
                </a:lnTo>
                <a:lnTo>
                  <a:pt x="38477" y="1695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lin ang="6983783" scaled="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0" name="Google Shape;50;p3"/>
          <p:cNvSpPr/>
          <p:nvPr/>
        </p:nvSpPr>
        <p:spPr>
          <a:xfrm rot="5400000">
            <a:off x="559400" y="1538825"/>
            <a:ext cx="1788000" cy="2064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60000" y="0"/>
                </a:moveTo>
                <a:lnTo>
                  <a:pt x="120000" y="30000"/>
                </a:lnTo>
                <a:lnTo>
                  <a:pt x="120000" y="90000"/>
                </a:lnTo>
                <a:lnTo>
                  <a:pt x="60000" y="120000"/>
                </a:lnTo>
                <a:lnTo>
                  <a:pt x="0" y="90000"/>
                </a:lnTo>
                <a:lnTo>
                  <a:pt x="0" y="3000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1" name="Google Shape;51;p3"/>
          <p:cNvSpPr txBox="1">
            <a:spLocks noGrp="1"/>
          </p:cNvSpPr>
          <p:nvPr>
            <p:ph type="ctrTitle"/>
          </p:nvPr>
        </p:nvSpPr>
        <p:spPr>
          <a:xfrm>
            <a:off x="2743200" y="1735750"/>
            <a:ext cx="5638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2" name="Google Shape;52;p3"/>
          <p:cNvSpPr txBox="1">
            <a:spLocks noGrp="1"/>
          </p:cNvSpPr>
          <p:nvPr>
            <p:ph type="subTitle" idx="1"/>
          </p:nvPr>
        </p:nvSpPr>
        <p:spPr>
          <a:xfrm>
            <a:off x="2743200" y="2821004"/>
            <a:ext cx="56961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"/>
          <p:cNvSpPr/>
          <p:nvPr/>
        </p:nvSpPr>
        <p:spPr>
          <a:xfrm rot="10800000" flipH="1">
            <a:off x="66674" y="3135425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9525" cap="flat" cmpd="sng">
            <a:solidFill>
              <a:srgbClr val="19BB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"/>
          <p:cNvSpPr/>
          <p:nvPr/>
        </p:nvSpPr>
        <p:spPr>
          <a:xfrm rot="10800000" flipH="1">
            <a:off x="828675" y="3516550"/>
            <a:ext cx="428700" cy="3711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3"/>
          <p:cNvSpPr/>
          <p:nvPr/>
        </p:nvSpPr>
        <p:spPr>
          <a:xfrm rot="10800000" flipH="1">
            <a:off x="761999" y="877950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76200" cap="flat" cmpd="sng">
            <a:solidFill>
              <a:srgbClr val="184769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3"/>
          <p:cNvSpPr/>
          <p:nvPr/>
        </p:nvSpPr>
        <p:spPr>
          <a:xfrm rot="10800000" flipH="1">
            <a:off x="793851" y="4692801"/>
            <a:ext cx="517500" cy="4479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00E1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" name="Google Shape;57;p3"/>
          <p:cNvGrpSpPr/>
          <p:nvPr/>
        </p:nvGrpSpPr>
        <p:grpSpPr>
          <a:xfrm>
            <a:off x="996359" y="1070668"/>
            <a:ext cx="351204" cy="324661"/>
            <a:chOff x="5975075" y="2327500"/>
            <a:chExt cx="420100" cy="388350"/>
          </a:xfrm>
        </p:grpSpPr>
        <p:sp>
          <p:nvSpPr>
            <p:cNvPr id="58" name="Google Shape;58;p3"/>
            <p:cNvSpPr/>
            <p:nvPr/>
          </p:nvSpPr>
          <p:spPr>
            <a:xfrm>
              <a:off x="5975075" y="2474650"/>
              <a:ext cx="98325" cy="220450"/>
            </a:xfrm>
            <a:custGeom>
              <a:avLst/>
              <a:gdLst/>
              <a:ahLst/>
              <a:cxnLst/>
              <a:rect l="l" t="t" r="r" b="b"/>
              <a:pathLst>
                <a:path w="3933" h="8818" extrusionOk="0">
                  <a:moveTo>
                    <a:pt x="2418" y="1002"/>
                  </a:moveTo>
                  <a:lnTo>
                    <a:pt x="2565" y="1027"/>
                  </a:lnTo>
                  <a:lnTo>
                    <a:pt x="2687" y="1075"/>
                  </a:lnTo>
                  <a:lnTo>
                    <a:pt x="2809" y="1124"/>
                  </a:lnTo>
                  <a:lnTo>
                    <a:pt x="2907" y="1222"/>
                  </a:lnTo>
                  <a:lnTo>
                    <a:pt x="3005" y="1320"/>
                  </a:lnTo>
                  <a:lnTo>
                    <a:pt x="3078" y="1442"/>
                  </a:lnTo>
                  <a:lnTo>
                    <a:pt x="3102" y="1564"/>
                  </a:lnTo>
                  <a:lnTo>
                    <a:pt x="3127" y="1710"/>
                  </a:lnTo>
                  <a:lnTo>
                    <a:pt x="3102" y="1857"/>
                  </a:lnTo>
                  <a:lnTo>
                    <a:pt x="3078" y="1979"/>
                  </a:lnTo>
                  <a:lnTo>
                    <a:pt x="3005" y="2101"/>
                  </a:lnTo>
                  <a:lnTo>
                    <a:pt x="2907" y="2223"/>
                  </a:lnTo>
                  <a:lnTo>
                    <a:pt x="2809" y="2297"/>
                  </a:lnTo>
                  <a:lnTo>
                    <a:pt x="2687" y="2370"/>
                  </a:lnTo>
                  <a:lnTo>
                    <a:pt x="2565" y="2394"/>
                  </a:lnTo>
                  <a:lnTo>
                    <a:pt x="2418" y="2419"/>
                  </a:lnTo>
                  <a:lnTo>
                    <a:pt x="2272" y="2394"/>
                  </a:lnTo>
                  <a:lnTo>
                    <a:pt x="2150" y="2370"/>
                  </a:lnTo>
                  <a:lnTo>
                    <a:pt x="2028" y="2297"/>
                  </a:lnTo>
                  <a:lnTo>
                    <a:pt x="1930" y="2223"/>
                  </a:lnTo>
                  <a:lnTo>
                    <a:pt x="1832" y="2101"/>
                  </a:lnTo>
                  <a:lnTo>
                    <a:pt x="1759" y="1979"/>
                  </a:lnTo>
                  <a:lnTo>
                    <a:pt x="1735" y="1857"/>
                  </a:lnTo>
                  <a:lnTo>
                    <a:pt x="1710" y="1710"/>
                  </a:lnTo>
                  <a:lnTo>
                    <a:pt x="1735" y="1564"/>
                  </a:lnTo>
                  <a:lnTo>
                    <a:pt x="1759" y="1442"/>
                  </a:lnTo>
                  <a:lnTo>
                    <a:pt x="1832" y="1320"/>
                  </a:lnTo>
                  <a:lnTo>
                    <a:pt x="1930" y="1222"/>
                  </a:lnTo>
                  <a:lnTo>
                    <a:pt x="2028" y="1124"/>
                  </a:lnTo>
                  <a:lnTo>
                    <a:pt x="2150" y="1075"/>
                  </a:lnTo>
                  <a:lnTo>
                    <a:pt x="2272" y="1027"/>
                  </a:lnTo>
                  <a:lnTo>
                    <a:pt x="2418" y="1002"/>
                  </a:lnTo>
                  <a:close/>
                  <a:moveTo>
                    <a:pt x="1" y="1"/>
                  </a:moveTo>
                  <a:lnTo>
                    <a:pt x="1" y="8817"/>
                  </a:lnTo>
                  <a:lnTo>
                    <a:pt x="3933" y="8817"/>
                  </a:lnTo>
                  <a:lnTo>
                    <a:pt x="3933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/>
            <p:nvPr/>
          </p:nvSpPr>
          <p:spPr>
            <a:xfrm>
              <a:off x="6088025" y="2327500"/>
              <a:ext cx="307150" cy="388350"/>
            </a:xfrm>
            <a:custGeom>
              <a:avLst/>
              <a:gdLst/>
              <a:ahLst/>
              <a:cxnLst/>
              <a:rect l="l" t="t" r="r" b="b"/>
              <a:pathLst>
                <a:path w="12286" h="15534" extrusionOk="0">
                  <a:moveTo>
                    <a:pt x="6326" y="1"/>
                  </a:moveTo>
                  <a:lnTo>
                    <a:pt x="5960" y="25"/>
                  </a:lnTo>
                  <a:lnTo>
                    <a:pt x="5716" y="74"/>
                  </a:lnTo>
                  <a:lnTo>
                    <a:pt x="5520" y="147"/>
                  </a:lnTo>
                  <a:lnTo>
                    <a:pt x="5374" y="221"/>
                  </a:lnTo>
                  <a:lnTo>
                    <a:pt x="4983" y="1466"/>
                  </a:lnTo>
                  <a:lnTo>
                    <a:pt x="4788" y="2028"/>
                  </a:lnTo>
                  <a:lnTo>
                    <a:pt x="4592" y="2541"/>
                  </a:lnTo>
                  <a:lnTo>
                    <a:pt x="4397" y="3005"/>
                  </a:lnTo>
                  <a:lnTo>
                    <a:pt x="4202" y="3396"/>
                  </a:lnTo>
                  <a:lnTo>
                    <a:pt x="4031" y="3689"/>
                  </a:lnTo>
                  <a:lnTo>
                    <a:pt x="3884" y="3933"/>
                  </a:lnTo>
                  <a:lnTo>
                    <a:pt x="3664" y="4153"/>
                  </a:lnTo>
                  <a:lnTo>
                    <a:pt x="3322" y="4495"/>
                  </a:lnTo>
                  <a:lnTo>
                    <a:pt x="2516" y="5252"/>
                  </a:lnTo>
                  <a:lnTo>
                    <a:pt x="1442" y="6229"/>
                  </a:lnTo>
                  <a:lnTo>
                    <a:pt x="1" y="6229"/>
                  </a:lnTo>
                  <a:lnTo>
                    <a:pt x="1" y="13433"/>
                  </a:lnTo>
                  <a:lnTo>
                    <a:pt x="1515" y="13433"/>
                  </a:lnTo>
                  <a:lnTo>
                    <a:pt x="2004" y="13678"/>
                  </a:lnTo>
                  <a:lnTo>
                    <a:pt x="2687" y="13971"/>
                  </a:lnTo>
                  <a:lnTo>
                    <a:pt x="3567" y="14313"/>
                  </a:lnTo>
                  <a:lnTo>
                    <a:pt x="4544" y="14679"/>
                  </a:lnTo>
                  <a:lnTo>
                    <a:pt x="5594" y="14997"/>
                  </a:lnTo>
                  <a:lnTo>
                    <a:pt x="6131" y="15143"/>
                  </a:lnTo>
                  <a:lnTo>
                    <a:pt x="6668" y="15265"/>
                  </a:lnTo>
                  <a:lnTo>
                    <a:pt x="7181" y="15387"/>
                  </a:lnTo>
                  <a:lnTo>
                    <a:pt x="7694" y="15461"/>
                  </a:lnTo>
                  <a:lnTo>
                    <a:pt x="8158" y="15509"/>
                  </a:lnTo>
                  <a:lnTo>
                    <a:pt x="8622" y="15534"/>
                  </a:lnTo>
                  <a:lnTo>
                    <a:pt x="9404" y="15534"/>
                  </a:lnTo>
                  <a:lnTo>
                    <a:pt x="9819" y="15509"/>
                  </a:lnTo>
                  <a:lnTo>
                    <a:pt x="10210" y="15461"/>
                  </a:lnTo>
                  <a:lnTo>
                    <a:pt x="10552" y="15363"/>
                  </a:lnTo>
                  <a:lnTo>
                    <a:pt x="10723" y="15314"/>
                  </a:lnTo>
                  <a:lnTo>
                    <a:pt x="10845" y="15265"/>
                  </a:lnTo>
                  <a:lnTo>
                    <a:pt x="10967" y="15192"/>
                  </a:lnTo>
                  <a:lnTo>
                    <a:pt x="11064" y="15094"/>
                  </a:lnTo>
                  <a:lnTo>
                    <a:pt x="11113" y="14997"/>
                  </a:lnTo>
                  <a:lnTo>
                    <a:pt x="11162" y="14874"/>
                  </a:lnTo>
                  <a:lnTo>
                    <a:pt x="11235" y="14166"/>
                  </a:lnTo>
                  <a:lnTo>
                    <a:pt x="11211" y="13995"/>
                  </a:lnTo>
                  <a:lnTo>
                    <a:pt x="11162" y="13849"/>
                  </a:lnTo>
                  <a:lnTo>
                    <a:pt x="11064" y="13702"/>
                  </a:lnTo>
                  <a:lnTo>
                    <a:pt x="10918" y="13580"/>
                  </a:lnTo>
                  <a:lnTo>
                    <a:pt x="11040" y="13556"/>
                  </a:lnTo>
                  <a:lnTo>
                    <a:pt x="11162" y="13507"/>
                  </a:lnTo>
                  <a:lnTo>
                    <a:pt x="11284" y="13458"/>
                  </a:lnTo>
                  <a:lnTo>
                    <a:pt x="11382" y="13360"/>
                  </a:lnTo>
                  <a:lnTo>
                    <a:pt x="11455" y="13263"/>
                  </a:lnTo>
                  <a:lnTo>
                    <a:pt x="11528" y="13140"/>
                  </a:lnTo>
                  <a:lnTo>
                    <a:pt x="11577" y="12994"/>
                  </a:lnTo>
                  <a:lnTo>
                    <a:pt x="11602" y="12872"/>
                  </a:lnTo>
                  <a:lnTo>
                    <a:pt x="11675" y="11993"/>
                  </a:lnTo>
                  <a:lnTo>
                    <a:pt x="11675" y="11870"/>
                  </a:lnTo>
                  <a:lnTo>
                    <a:pt x="11675" y="11773"/>
                  </a:lnTo>
                  <a:lnTo>
                    <a:pt x="11651" y="11651"/>
                  </a:lnTo>
                  <a:lnTo>
                    <a:pt x="11602" y="11553"/>
                  </a:lnTo>
                  <a:lnTo>
                    <a:pt x="11480" y="11382"/>
                  </a:lnTo>
                  <a:lnTo>
                    <a:pt x="11406" y="11309"/>
                  </a:lnTo>
                  <a:lnTo>
                    <a:pt x="11333" y="11235"/>
                  </a:lnTo>
                  <a:lnTo>
                    <a:pt x="11455" y="11211"/>
                  </a:lnTo>
                  <a:lnTo>
                    <a:pt x="11553" y="11162"/>
                  </a:lnTo>
                  <a:lnTo>
                    <a:pt x="11651" y="11089"/>
                  </a:lnTo>
                  <a:lnTo>
                    <a:pt x="11748" y="10991"/>
                  </a:lnTo>
                  <a:lnTo>
                    <a:pt x="11822" y="10893"/>
                  </a:lnTo>
                  <a:lnTo>
                    <a:pt x="11870" y="10796"/>
                  </a:lnTo>
                  <a:lnTo>
                    <a:pt x="11919" y="10674"/>
                  </a:lnTo>
                  <a:lnTo>
                    <a:pt x="11944" y="10527"/>
                  </a:lnTo>
                  <a:lnTo>
                    <a:pt x="12017" y="9672"/>
                  </a:lnTo>
                  <a:lnTo>
                    <a:pt x="12017" y="9550"/>
                  </a:lnTo>
                  <a:lnTo>
                    <a:pt x="12017" y="9428"/>
                  </a:lnTo>
                  <a:lnTo>
                    <a:pt x="11993" y="9306"/>
                  </a:lnTo>
                  <a:lnTo>
                    <a:pt x="11944" y="9208"/>
                  </a:lnTo>
                  <a:lnTo>
                    <a:pt x="11895" y="9111"/>
                  </a:lnTo>
                  <a:lnTo>
                    <a:pt x="11822" y="9037"/>
                  </a:lnTo>
                  <a:lnTo>
                    <a:pt x="11748" y="8964"/>
                  </a:lnTo>
                  <a:lnTo>
                    <a:pt x="11651" y="8891"/>
                  </a:lnTo>
                  <a:lnTo>
                    <a:pt x="11748" y="8866"/>
                  </a:lnTo>
                  <a:lnTo>
                    <a:pt x="11846" y="8793"/>
                  </a:lnTo>
                  <a:lnTo>
                    <a:pt x="11944" y="8720"/>
                  </a:lnTo>
                  <a:lnTo>
                    <a:pt x="12017" y="8647"/>
                  </a:lnTo>
                  <a:lnTo>
                    <a:pt x="12090" y="8549"/>
                  </a:lnTo>
                  <a:lnTo>
                    <a:pt x="12139" y="8451"/>
                  </a:lnTo>
                  <a:lnTo>
                    <a:pt x="12163" y="8329"/>
                  </a:lnTo>
                  <a:lnTo>
                    <a:pt x="12188" y="8207"/>
                  </a:lnTo>
                  <a:lnTo>
                    <a:pt x="12286" y="7328"/>
                  </a:lnTo>
                  <a:lnTo>
                    <a:pt x="12261" y="7206"/>
                  </a:lnTo>
                  <a:lnTo>
                    <a:pt x="12237" y="7083"/>
                  </a:lnTo>
                  <a:lnTo>
                    <a:pt x="12188" y="6986"/>
                  </a:lnTo>
                  <a:lnTo>
                    <a:pt x="12139" y="6888"/>
                  </a:lnTo>
                  <a:lnTo>
                    <a:pt x="12066" y="6790"/>
                  </a:lnTo>
                  <a:lnTo>
                    <a:pt x="11968" y="6717"/>
                  </a:lnTo>
                  <a:lnTo>
                    <a:pt x="11748" y="6571"/>
                  </a:lnTo>
                  <a:lnTo>
                    <a:pt x="11504" y="6448"/>
                  </a:lnTo>
                  <a:lnTo>
                    <a:pt x="11211" y="6351"/>
                  </a:lnTo>
                  <a:lnTo>
                    <a:pt x="10893" y="6278"/>
                  </a:lnTo>
                  <a:lnTo>
                    <a:pt x="10576" y="6229"/>
                  </a:lnTo>
                  <a:lnTo>
                    <a:pt x="9892" y="6131"/>
                  </a:lnTo>
                  <a:lnTo>
                    <a:pt x="8842" y="6033"/>
                  </a:lnTo>
                  <a:lnTo>
                    <a:pt x="7596" y="5960"/>
                  </a:lnTo>
                  <a:lnTo>
                    <a:pt x="6326" y="5887"/>
                  </a:lnTo>
                  <a:lnTo>
                    <a:pt x="6497" y="5594"/>
                  </a:lnTo>
                  <a:lnTo>
                    <a:pt x="6644" y="5252"/>
                  </a:lnTo>
                  <a:lnTo>
                    <a:pt x="6790" y="4885"/>
                  </a:lnTo>
                  <a:lnTo>
                    <a:pt x="6888" y="4495"/>
                  </a:lnTo>
                  <a:lnTo>
                    <a:pt x="6986" y="4104"/>
                  </a:lnTo>
                  <a:lnTo>
                    <a:pt x="7083" y="3689"/>
                  </a:lnTo>
                  <a:lnTo>
                    <a:pt x="7181" y="2883"/>
                  </a:lnTo>
                  <a:lnTo>
                    <a:pt x="7254" y="2150"/>
                  </a:lnTo>
                  <a:lnTo>
                    <a:pt x="7303" y="1539"/>
                  </a:lnTo>
                  <a:lnTo>
                    <a:pt x="7303" y="978"/>
                  </a:lnTo>
                  <a:lnTo>
                    <a:pt x="7303" y="807"/>
                  </a:lnTo>
                  <a:lnTo>
                    <a:pt x="7230" y="611"/>
                  </a:lnTo>
                  <a:lnTo>
                    <a:pt x="7157" y="465"/>
                  </a:lnTo>
                  <a:lnTo>
                    <a:pt x="7035" y="318"/>
                  </a:lnTo>
                  <a:lnTo>
                    <a:pt x="6888" y="172"/>
                  </a:lnTo>
                  <a:lnTo>
                    <a:pt x="6717" y="98"/>
                  </a:lnTo>
                  <a:lnTo>
                    <a:pt x="6522" y="25"/>
                  </a:lnTo>
                  <a:lnTo>
                    <a:pt x="632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3"/>
          <p:cNvSpPr/>
          <p:nvPr/>
        </p:nvSpPr>
        <p:spPr>
          <a:xfrm>
            <a:off x="393600" y="3346627"/>
            <a:ext cx="166061" cy="287704"/>
          </a:xfrm>
          <a:custGeom>
            <a:avLst/>
            <a:gdLst/>
            <a:ahLst/>
            <a:cxnLst/>
            <a:rect l="l" t="t" r="r" b="b"/>
            <a:pathLst>
              <a:path w="11870" h="20565" extrusionOk="0">
                <a:moveTo>
                  <a:pt x="6301" y="977"/>
                </a:moveTo>
                <a:lnTo>
                  <a:pt x="6423" y="1002"/>
                </a:lnTo>
                <a:lnTo>
                  <a:pt x="6497" y="1075"/>
                </a:lnTo>
                <a:lnTo>
                  <a:pt x="6570" y="1148"/>
                </a:lnTo>
                <a:lnTo>
                  <a:pt x="6594" y="1270"/>
                </a:lnTo>
                <a:lnTo>
                  <a:pt x="6570" y="1368"/>
                </a:lnTo>
                <a:lnTo>
                  <a:pt x="6497" y="1466"/>
                </a:lnTo>
                <a:lnTo>
                  <a:pt x="6423" y="1515"/>
                </a:lnTo>
                <a:lnTo>
                  <a:pt x="6301" y="1539"/>
                </a:lnTo>
                <a:lnTo>
                  <a:pt x="5569" y="1539"/>
                </a:lnTo>
                <a:lnTo>
                  <a:pt x="5446" y="1515"/>
                </a:lnTo>
                <a:lnTo>
                  <a:pt x="5373" y="1466"/>
                </a:lnTo>
                <a:lnTo>
                  <a:pt x="5300" y="1368"/>
                </a:lnTo>
                <a:lnTo>
                  <a:pt x="5276" y="1270"/>
                </a:lnTo>
                <a:lnTo>
                  <a:pt x="5300" y="1148"/>
                </a:lnTo>
                <a:lnTo>
                  <a:pt x="5373" y="1075"/>
                </a:lnTo>
                <a:lnTo>
                  <a:pt x="5446" y="1002"/>
                </a:lnTo>
                <a:lnTo>
                  <a:pt x="5569" y="977"/>
                </a:lnTo>
                <a:close/>
                <a:moveTo>
                  <a:pt x="10575" y="2565"/>
                </a:moveTo>
                <a:lnTo>
                  <a:pt x="10575" y="16706"/>
                </a:lnTo>
                <a:lnTo>
                  <a:pt x="1295" y="16706"/>
                </a:lnTo>
                <a:lnTo>
                  <a:pt x="1295" y="2565"/>
                </a:lnTo>
                <a:close/>
                <a:moveTo>
                  <a:pt x="5935" y="17780"/>
                </a:moveTo>
                <a:lnTo>
                  <a:pt x="6106" y="17805"/>
                </a:lnTo>
                <a:lnTo>
                  <a:pt x="6277" y="17854"/>
                </a:lnTo>
                <a:lnTo>
                  <a:pt x="6423" y="17927"/>
                </a:lnTo>
                <a:lnTo>
                  <a:pt x="6545" y="18025"/>
                </a:lnTo>
                <a:lnTo>
                  <a:pt x="6643" y="18147"/>
                </a:lnTo>
                <a:lnTo>
                  <a:pt x="6716" y="18293"/>
                </a:lnTo>
                <a:lnTo>
                  <a:pt x="6765" y="18464"/>
                </a:lnTo>
                <a:lnTo>
                  <a:pt x="6790" y="18635"/>
                </a:lnTo>
                <a:lnTo>
                  <a:pt x="6765" y="18806"/>
                </a:lnTo>
                <a:lnTo>
                  <a:pt x="6716" y="18977"/>
                </a:lnTo>
                <a:lnTo>
                  <a:pt x="6643" y="19124"/>
                </a:lnTo>
                <a:lnTo>
                  <a:pt x="6545" y="19246"/>
                </a:lnTo>
                <a:lnTo>
                  <a:pt x="6423" y="19343"/>
                </a:lnTo>
                <a:lnTo>
                  <a:pt x="6277" y="19417"/>
                </a:lnTo>
                <a:lnTo>
                  <a:pt x="6106" y="19465"/>
                </a:lnTo>
                <a:lnTo>
                  <a:pt x="5935" y="19490"/>
                </a:lnTo>
                <a:lnTo>
                  <a:pt x="5764" y="19465"/>
                </a:lnTo>
                <a:lnTo>
                  <a:pt x="5593" y="19417"/>
                </a:lnTo>
                <a:lnTo>
                  <a:pt x="5446" y="19343"/>
                </a:lnTo>
                <a:lnTo>
                  <a:pt x="5324" y="19246"/>
                </a:lnTo>
                <a:lnTo>
                  <a:pt x="5227" y="19124"/>
                </a:lnTo>
                <a:lnTo>
                  <a:pt x="5153" y="18977"/>
                </a:lnTo>
                <a:lnTo>
                  <a:pt x="5105" y="18806"/>
                </a:lnTo>
                <a:lnTo>
                  <a:pt x="5080" y="18635"/>
                </a:lnTo>
                <a:lnTo>
                  <a:pt x="5105" y="18464"/>
                </a:lnTo>
                <a:lnTo>
                  <a:pt x="5153" y="18293"/>
                </a:lnTo>
                <a:lnTo>
                  <a:pt x="5227" y="18147"/>
                </a:lnTo>
                <a:lnTo>
                  <a:pt x="5324" y="18025"/>
                </a:lnTo>
                <a:lnTo>
                  <a:pt x="5446" y="17927"/>
                </a:lnTo>
                <a:lnTo>
                  <a:pt x="5593" y="17854"/>
                </a:lnTo>
                <a:lnTo>
                  <a:pt x="5764" y="17805"/>
                </a:lnTo>
                <a:lnTo>
                  <a:pt x="5935" y="17780"/>
                </a:lnTo>
                <a:close/>
                <a:moveTo>
                  <a:pt x="1295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6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6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95" y="20565"/>
                </a:lnTo>
                <a:lnTo>
                  <a:pt x="10575" y="20565"/>
                </a:lnTo>
                <a:lnTo>
                  <a:pt x="10844" y="20540"/>
                </a:lnTo>
                <a:lnTo>
                  <a:pt x="11088" y="20467"/>
                </a:lnTo>
                <a:lnTo>
                  <a:pt x="11308" y="20345"/>
                </a:lnTo>
                <a:lnTo>
                  <a:pt x="11503" y="20198"/>
                </a:lnTo>
                <a:lnTo>
                  <a:pt x="11650" y="20003"/>
                </a:lnTo>
                <a:lnTo>
                  <a:pt x="11772" y="19783"/>
                </a:lnTo>
                <a:lnTo>
                  <a:pt x="11845" y="19539"/>
                </a:lnTo>
                <a:lnTo>
                  <a:pt x="11870" y="19270"/>
                </a:lnTo>
                <a:lnTo>
                  <a:pt x="11870" y="1295"/>
                </a:lnTo>
                <a:lnTo>
                  <a:pt x="11845" y="1026"/>
                </a:lnTo>
                <a:lnTo>
                  <a:pt x="11772" y="782"/>
                </a:lnTo>
                <a:lnTo>
                  <a:pt x="11650" y="562"/>
                </a:lnTo>
                <a:lnTo>
                  <a:pt x="11503" y="367"/>
                </a:lnTo>
                <a:lnTo>
                  <a:pt x="11308" y="220"/>
                </a:lnTo>
                <a:lnTo>
                  <a:pt x="11088" y="98"/>
                </a:lnTo>
                <a:lnTo>
                  <a:pt x="10844" y="25"/>
                </a:lnTo>
                <a:lnTo>
                  <a:pt x="10575" y="0"/>
                </a:lnTo>
                <a:close/>
              </a:path>
            </a:pathLst>
          </a:custGeom>
          <a:solidFill>
            <a:srgbClr val="19BB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3"/>
          <p:cNvGrpSpPr/>
          <p:nvPr/>
        </p:nvGrpSpPr>
        <p:grpSpPr>
          <a:xfrm>
            <a:off x="305253" y="553856"/>
            <a:ext cx="247469" cy="392302"/>
            <a:chOff x="6718575" y="2318625"/>
            <a:chExt cx="256950" cy="407375"/>
          </a:xfrm>
        </p:grpSpPr>
        <p:sp>
          <p:nvSpPr>
            <p:cNvPr id="62" name="Google Shape;62;p3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3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3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3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3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3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3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" name="Google Shape;70;p3"/>
          <p:cNvGrpSpPr/>
          <p:nvPr/>
        </p:nvGrpSpPr>
        <p:grpSpPr>
          <a:xfrm>
            <a:off x="1419984" y="3634331"/>
            <a:ext cx="342882" cy="350068"/>
            <a:chOff x="3951850" y="2985350"/>
            <a:chExt cx="407950" cy="416500"/>
          </a:xfrm>
        </p:grpSpPr>
        <p:sp>
          <p:nvSpPr>
            <p:cNvPr id="71" name="Google Shape;71;p3"/>
            <p:cNvSpPr/>
            <p:nvPr/>
          </p:nvSpPr>
          <p:spPr>
            <a:xfrm>
              <a:off x="3951850" y="2985350"/>
              <a:ext cx="314800" cy="314825"/>
            </a:xfrm>
            <a:custGeom>
              <a:avLst/>
              <a:gdLst/>
              <a:ahLst/>
              <a:cxnLst/>
              <a:rect l="l" t="t" r="r" b="b"/>
              <a:pathLst>
                <a:path w="12592" h="12593" fill="none" extrusionOk="0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3988375" y="3021875"/>
              <a:ext cx="241750" cy="241750"/>
            </a:xfrm>
            <a:custGeom>
              <a:avLst/>
              <a:gdLst/>
              <a:ahLst/>
              <a:cxnLst/>
              <a:rect l="l" t="t" r="r" b="b"/>
              <a:pathLst>
                <a:path w="9670" h="9670" fill="none" extrusionOk="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4024300" y="3058425"/>
              <a:ext cx="84650" cy="84650"/>
            </a:xfrm>
            <a:custGeom>
              <a:avLst/>
              <a:gdLst/>
              <a:ahLst/>
              <a:cxnLst/>
              <a:rect l="l" t="t" r="r" b="b"/>
              <a:pathLst>
                <a:path w="3386" h="3386" fill="none" extrusionOk="0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4205750" y="3248375"/>
              <a:ext cx="154050" cy="153475"/>
            </a:xfrm>
            <a:custGeom>
              <a:avLst/>
              <a:gdLst/>
              <a:ahLst/>
              <a:cxnLst/>
              <a:rect l="l" t="t" r="r" b="b"/>
              <a:pathLst>
                <a:path w="6162" h="6139" fill="none" extrusionOk="0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" name="Google Shape;75;p3"/>
          <p:cNvSpPr/>
          <p:nvPr/>
        </p:nvSpPr>
        <p:spPr>
          <a:xfrm rot="10800000" flipH="1">
            <a:off x="733424" y="3936025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9525" cap="flat" cmpd="sng">
            <a:solidFill>
              <a:srgbClr val="18476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rot="10800000" flipH="1">
            <a:off x="738525" y="100850"/>
            <a:ext cx="428700" cy="3711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/>
          <p:nvPr/>
        </p:nvSpPr>
        <p:spPr>
          <a:xfrm rot="10800000" flipH="1">
            <a:off x="-291325" y="4148475"/>
            <a:ext cx="1182300" cy="10236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 rot="10800000" flipH="1">
            <a:off x="420725" y="-65225"/>
            <a:ext cx="358800" cy="310500"/>
          </a:xfrm>
          <a:prstGeom prst="hexagon">
            <a:avLst>
              <a:gd name="adj" fmla="val 28678"/>
              <a:gd name="vf" fmla="val 115470"/>
            </a:avLst>
          </a:prstGeom>
          <a:noFill/>
          <a:ln w="19050" cap="flat" cmpd="sng">
            <a:solidFill>
              <a:srgbClr val="00E1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1019338" y="4167058"/>
            <a:ext cx="248073" cy="248058"/>
          </a:xfrm>
          <a:custGeom>
            <a:avLst/>
            <a:gdLst/>
            <a:ahLst/>
            <a:cxnLst/>
            <a:rect l="l" t="t" r="r" b="b"/>
            <a:pathLst>
              <a:path w="17000" h="16999" extrusionOk="0">
                <a:moveTo>
                  <a:pt x="8769" y="5740"/>
                </a:moveTo>
                <a:lnTo>
                  <a:pt x="9037" y="5788"/>
                </a:lnTo>
                <a:lnTo>
                  <a:pt x="9282" y="5862"/>
                </a:lnTo>
                <a:lnTo>
                  <a:pt x="9550" y="5935"/>
                </a:lnTo>
                <a:lnTo>
                  <a:pt x="9794" y="6057"/>
                </a:lnTo>
                <a:lnTo>
                  <a:pt x="10014" y="6204"/>
                </a:lnTo>
                <a:lnTo>
                  <a:pt x="10234" y="6350"/>
                </a:lnTo>
                <a:lnTo>
                  <a:pt x="10454" y="6546"/>
                </a:lnTo>
                <a:lnTo>
                  <a:pt x="10649" y="6765"/>
                </a:lnTo>
                <a:lnTo>
                  <a:pt x="10796" y="6985"/>
                </a:lnTo>
                <a:lnTo>
                  <a:pt x="10942" y="7205"/>
                </a:lnTo>
                <a:lnTo>
                  <a:pt x="11064" y="7449"/>
                </a:lnTo>
                <a:lnTo>
                  <a:pt x="11138" y="7718"/>
                </a:lnTo>
                <a:lnTo>
                  <a:pt x="11211" y="7962"/>
                </a:lnTo>
                <a:lnTo>
                  <a:pt x="11260" y="8231"/>
                </a:lnTo>
                <a:lnTo>
                  <a:pt x="11260" y="8499"/>
                </a:lnTo>
                <a:lnTo>
                  <a:pt x="11260" y="8768"/>
                </a:lnTo>
                <a:lnTo>
                  <a:pt x="11211" y="9037"/>
                </a:lnTo>
                <a:lnTo>
                  <a:pt x="11138" y="9281"/>
                </a:lnTo>
                <a:lnTo>
                  <a:pt x="11064" y="9550"/>
                </a:lnTo>
                <a:lnTo>
                  <a:pt x="10942" y="9794"/>
                </a:lnTo>
                <a:lnTo>
                  <a:pt x="10796" y="10014"/>
                </a:lnTo>
                <a:lnTo>
                  <a:pt x="10649" y="10233"/>
                </a:lnTo>
                <a:lnTo>
                  <a:pt x="10454" y="10453"/>
                </a:lnTo>
                <a:lnTo>
                  <a:pt x="10234" y="10649"/>
                </a:lnTo>
                <a:lnTo>
                  <a:pt x="10014" y="10795"/>
                </a:lnTo>
                <a:lnTo>
                  <a:pt x="9794" y="10942"/>
                </a:lnTo>
                <a:lnTo>
                  <a:pt x="9550" y="11064"/>
                </a:lnTo>
                <a:lnTo>
                  <a:pt x="9282" y="11137"/>
                </a:lnTo>
                <a:lnTo>
                  <a:pt x="9037" y="11210"/>
                </a:lnTo>
                <a:lnTo>
                  <a:pt x="8769" y="11259"/>
                </a:lnTo>
                <a:lnTo>
                  <a:pt x="8231" y="11259"/>
                </a:lnTo>
                <a:lnTo>
                  <a:pt x="7963" y="11210"/>
                </a:lnTo>
                <a:lnTo>
                  <a:pt x="7719" y="11137"/>
                </a:lnTo>
                <a:lnTo>
                  <a:pt x="7450" y="11064"/>
                </a:lnTo>
                <a:lnTo>
                  <a:pt x="7206" y="10942"/>
                </a:lnTo>
                <a:lnTo>
                  <a:pt x="6986" y="10795"/>
                </a:lnTo>
                <a:lnTo>
                  <a:pt x="6766" y="10649"/>
                </a:lnTo>
                <a:lnTo>
                  <a:pt x="6546" y="10453"/>
                </a:lnTo>
                <a:lnTo>
                  <a:pt x="6351" y="10233"/>
                </a:lnTo>
                <a:lnTo>
                  <a:pt x="6204" y="10014"/>
                </a:lnTo>
                <a:lnTo>
                  <a:pt x="6058" y="9794"/>
                </a:lnTo>
                <a:lnTo>
                  <a:pt x="5936" y="9550"/>
                </a:lnTo>
                <a:lnTo>
                  <a:pt x="5862" y="9281"/>
                </a:lnTo>
                <a:lnTo>
                  <a:pt x="5789" y="9037"/>
                </a:lnTo>
                <a:lnTo>
                  <a:pt x="5740" y="8768"/>
                </a:lnTo>
                <a:lnTo>
                  <a:pt x="5740" y="8499"/>
                </a:lnTo>
                <a:lnTo>
                  <a:pt x="5740" y="8231"/>
                </a:lnTo>
                <a:lnTo>
                  <a:pt x="5789" y="7962"/>
                </a:lnTo>
                <a:lnTo>
                  <a:pt x="5862" y="7718"/>
                </a:lnTo>
                <a:lnTo>
                  <a:pt x="5936" y="7449"/>
                </a:lnTo>
                <a:lnTo>
                  <a:pt x="6058" y="7205"/>
                </a:lnTo>
                <a:lnTo>
                  <a:pt x="6204" y="6985"/>
                </a:lnTo>
                <a:lnTo>
                  <a:pt x="6351" y="6765"/>
                </a:lnTo>
                <a:lnTo>
                  <a:pt x="6546" y="6546"/>
                </a:lnTo>
                <a:lnTo>
                  <a:pt x="6766" y="6350"/>
                </a:lnTo>
                <a:lnTo>
                  <a:pt x="6986" y="6204"/>
                </a:lnTo>
                <a:lnTo>
                  <a:pt x="7206" y="6057"/>
                </a:lnTo>
                <a:lnTo>
                  <a:pt x="7450" y="5935"/>
                </a:lnTo>
                <a:lnTo>
                  <a:pt x="7719" y="5862"/>
                </a:lnTo>
                <a:lnTo>
                  <a:pt x="7963" y="5788"/>
                </a:lnTo>
                <a:lnTo>
                  <a:pt x="8231" y="5740"/>
                </a:lnTo>
                <a:close/>
                <a:moveTo>
                  <a:pt x="7914" y="0"/>
                </a:moveTo>
                <a:lnTo>
                  <a:pt x="7743" y="25"/>
                </a:lnTo>
                <a:lnTo>
                  <a:pt x="7596" y="73"/>
                </a:lnTo>
                <a:lnTo>
                  <a:pt x="7474" y="147"/>
                </a:lnTo>
                <a:lnTo>
                  <a:pt x="7328" y="244"/>
                </a:lnTo>
                <a:lnTo>
                  <a:pt x="7230" y="342"/>
                </a:lnTo>
                <a:lnTo>
                  <a:pt x="7132" y="489"/>
                </a:lnTo>
                <a:lnTo>
                  <a:pt x="7084" y="635"/>
                </a:lnTo>
                <a:lnTo>
                  <a:pt x="7035" y="782"/>
                </a:lnTo>
                <a:lnTo>
                  <a:pt x="6839" y="2540"/>
                </a:lnTo>
                <a:lnTo>
                  <a:pt x="6497" y="2638"/>
                </a:lnTo>
                <a:lnTo>
                  <a:pt x="6131" y="2784"/>
                </a:lnTo>
                <a:lnTo>
                  <a:pt x="5789" y="2931"/>
                </a:lnTo>
                <a:lnTo>
                  <a:pt x="5447" y="3102"/>
                </a:lnTo>
                <a:lnTo>
                  <a:pt x="4079" y="2027"/>
                </a:lnTo>
                <a:lnTo>
                  <a:pt x="3933" y="1930"/>
                </a:lnTo>
                <a:lnTo>
                  <a:pt x="3786" y="1881"/>
                </a:lnTo>
                <a:lnTo>
                  <a:pt x="3640" y="1832"/>
                </a:lnTo>
                <a:lnTo>
                  <a:pt x="3493" y="1832"/>
                </a:lnTo>
                <a:lnTo>
                  <a:pt x="3322" y="1856"/>
                </a:lnTo>
                <a:lnTo>
                  <a:pt x="3176" y="1905"/>
                </a:lnTo>
                <a:lnTo>
                  <a:pt x="3029" y="1978"/>
                </a:lnTo>
                <a:lnTo>
                  <a:pt x="2907" y="2076"/>
                </a:lnTo>
                <a:lnTo>
                  <a:pt x="2077" y="2907"/>
                </a:lnTo>
                <a:lnTo>
                  <a:pt x="1979" y="3029"/>
                </a:lnTo>
                <a:lnTo>
                  <a:pt x="1906" y="3175"/>
                </a:lnTo>
                <a:lnTo>
                  <a:pt x="1857" y="3322"/>
                </a:lnTo>
                <a:lnTo>
                  <a:pt x="1833" y="3493"/>
                </a:lnTo>
                <a:lnTo>
                  <a:pt x="1833" y="3639"/>
                </a:lnTo>
                <a:lnTo>
                  <a:pt x="1881" y="3786"/>
                </a:lnTo>
                <a:lnTo>
                  <a:pt x="1930" y="3932"/>
                </a:lnTo>
                <a:lnTo>
                  <a:pt x="2028" y="4079"/>
                </a:lnTo>
                <a:lnTo>
                  <a:pt x="3103" y="5447"/>
                </a:lnTo>
                <a:lnTo>
                  <a:pt x="2932" y="5788"/>
                </a:lnTo>
                <a:lnTo>
                  <a:pt x="2785" y="6130"/>
                </a:lnTo>
                <a:lnTo>
                  <a:pt x="2639" y="6497"/>
                </a:lnTo>
                <a:lnTo>
                  <a:pt x="2541" y="6839"/>
                </a:lnTo>
                <a:lnTo>
                  <a:pt x="782" y="7034"/>
                </a:lnTo>
                <a:lnTo>
                  <a:pt x="636" y="7083"/>
                </a:lnTo>
                <a:lnTo>
                  <a:pt x="489" y="7132"/>
                </a:lnTo>
                <a:lnTo>
                  <a:pt x="343" y="7229"/>
                </a:lnTo>
                <a:lnTo>
                  <a:pt x="245" y="7327"/>
                </a:lnTo>
                <a:lnTo>
                  <a:pt x="147" y="7474"/>
                </a:lnTo>
                <a:lnTo>
                  <a:pt x="74" y="7596"/>
                </a:lnTo>
                <a:lnTo>
                  <a:pt x="25" y="7742"/>
                </a:lnTo>
                <a:lnTo>
                  <a:pt x="1" y="7913"/>
                </a:lnTo>
                <a:lnTo>
                  <a:pt x="1" y="9086"/>
                </a:lnTo>
                <a:lnTo>
                  <a:pt x="25" y="9257"/>
                </a:lnTo>
                <a:lnTo>
                  <a:pt x="74" y="9403"/>
                </a:lnTo>
                <a:lnTo>
                  <a:pt x="147" y="9525"/>
                </a:lnTo>
                <a:lnTo>
                  <a:pt x="245" y="9672"/>
                </a:lnTo>
                <a:lnTo>
                  <a:pt x="343" y="9769"/>
                </a:lnTo>
                <a:lnTo>
                  <a:pt x="489" y="9867"/>
                </a:lnTo>
                <a:lnTo>
                  <a:pt x="636" y="9916"/>
                </a:lnTo>
                <a:lnTo>
                  <a:pt x="782" y="9965"/>
                </a:lnTo>
                <a:lnTo>
                  <a:pt x="2541" y="10160"/>
                </a:lnTo>
                <a:lnTo>
                  <a:pt x="2639" y="10502"/>
                </a:lnTo>
                <a:lnTo>
                  <a:pt x="2785" y="10868"/>
                </a:lnTo>
                <a:lnTo>
                  <a:pt x="2932" y="11210"/>
                </a:lnTo>
                <a:lnTo>
                  <a:pt x="3103" y="11552"/>
                </a:lnTo>
                <a:lnTo>
                  <a:pt x="2028" y="12920"/>
                </a:lnTo>
                <a:lnTo>
                  <a:pt x="1930" y="13067"/>
                </a:lnTo>
                <a:lnTo>
                  <a:pt x="1881" y="13213"/>
                </a:lnTo>
                <a:lnTo>
                  <a:pt x="1833" y="13360"/>
                </a:lnTo>
                <a:lnTo>
                  <a:pt x="1833" y="13506"/>
                </a:lnTo>
                <a:lnTo>
                  <a:pt x="1857" y="13677"/>
                </a:lnTo>
                <a:lnTo>
                  <a:pt x="1906" y="13824"/>
                </a:lnTo>
                <a:lnTo>
                  <a:pt x="1979" y="13970"/>
                </a:lnTo>
                <a:lnTo>
                  <a:pt x="2077" y="14092"/>
                </a:lnTo>
                <a:lnTo>
                  <a:pt x="2907" y="14923"/>
                </a:lnTo>
                <a:lnTo>
                  <a:pt x="3029" y="15020"/>
                </a:lnTo>
                <a:lnTo>
                  <a:pt x="3176" y="15094"/>
                </a:lnTo>
                <a:lnTo>
                  <a:pt x="3322" y="15142"/>
                </a:lnTo>
                <a:lnTo>
                  <a:pt x="3493" y="15167"/>
                </a:lnTo>
                <a:lnTo>
                  <a:pt x="3640" y="15167"/>
                </a:lnTo>
                <a:lnTo>
                  <a:pt x="3786" y="15118"/>
                </a:lnTo>
                <a:lnTo>
                  <a:pt x="3933" y="15069"/>
                </a:lnTo>
                <a:lnTo>
                  <a:pt x="4079" y="14996"/>
                </a:lnTo>
                <a:lnTo>
                  <a:pt x="5447" y="13897"/>
                </a:lnTo>
                <a:lnTo>
                  <a:pt x="5789" y="14068"/>
                </a:lnTo>
                <a:lnTo>
                  <a:pt x="6131" y="14214"/>
                </a:lnTo>
                <a:lnTo>
                  <a:pt x="6497" y="14361"/>
                </a:lnTo>
                <a:lnTo>
                  <a:pt x="6839" y="14459"/>
                </a:lnTo>
                <a:lnTo>
                  <a:pt x="7035" y="16217"/>
                </a:lnTo>
                <a:lnTo>
                  <a:pt x="7084" y="16364"/>
                </a:lnTo>
                <a:lnTo>
                  <a:pt x="7132" y="16510"/>
                </a:lnTo>
                <a:lnTo>
                  <a:pt x="7230" y="16657"/>
                </a:lnTo>
                <a:lnTo>
                  <a:pt x="7328" y="16754"/>
                </a:lnTo>
                <a:lnTo>
                  <a:pt x="7474" y="16852"/>
                </a:lnTo>
                <a:lnTo>
                  <a:pt x="7596" y="16925"/>
                </a:lnTo>
                <a:lnTo>
                  <a:pt x="7743" y="16974"/>
                </a:lnTo>
                <a:lnTo>
                  <a:pt x="7914" y="16999"/>
                </a:lnTo>
                <a:lnTo>
                  <a:pt x="9086" y="16999"/>
                </a:lnTo>
                <a:lnTo>
                  <a:pt x="9257" y="16974"/>
                </a:lnTo>
                <a:lnTo>
                  <a:pt x="9404" y="16925"/>
                </a:lnTo>
                <a:lnTo>
                  <a:pt x="9526" y="16852"/>
                </a:lnTo>
                <a:lnTo>
                  <a:pt x="9672" y="16754"/>
                </a:lnTo>
                <a:lnTo>
                  <a:pt x="9770" y="16657"/>
                </a:lnTo>
                <a:lnTo>
                  <a:pt x="9868" y="16510"/>
                </a:lnTo>
                <a:lnTo>
                  <a:pt x="9917" y="16364"/>
                </a:lnTo>
                <a:lnTo>
                  <a:pt x="9965" y="16217"/>
                </a:lnTo>
                <a:lnTo>
                  <a:pt x="10161" y="14459"/>
                </a:lnTo>
                <a:lnTo>
                  <a:pt x="10503" y="14361"/>
                </a:lnTo>
                <a:lnTo>
                  <a:pt x="10869" y="14214"/>
                </a:lnTo>
                <a:lnTo>
                  <a:pt x="11211" y="14068"/>
                </a:lnTo>
                <a:lnTo>
                  <a:pt x="11553" y="13897"/>
                </a:lnTo>
                <a:lnTo>
                  <a:pt x="12921" y="14996"/>
                </a:lnTo>
                <a:lnTo>
                  <a:pt x="13067" y="15069"/>
                </a:lnTo>
                <a:lnTo>
                  <a:pt x="13214" y="15118"/>
                </a:lnTo>
                <a:lnTo>
                  <a:pt x="13360" y="15167"/>
                </a:lnTo>
                <a:lnTo>
                  <a:pt x="13507" y="15167"/>
                </a:lnTo>
                <a:lnTo>
                  <a:pt x="13678" y="15142"/>
                </a:lnTo>
                <a:lnTo>
                  <a:pt x="13824" y="15094"/>
                </a:lnTo>
                <a:lnTo>
                  <a:pt x="13971" y="15020"/>
                </a:lnTo>
                <a:lnTo>
                  <a:pt x="14093" y="14923"/>
                </a:lnTo>
                <a:lnTo>
                  <a:pt x="14923" y="14092"/>
                </a:lnTo>
                <a:lnTo>
                  <a:pt x="15021" y="13970"/>
                </a:lnTo>
                <a:lnTo>
                  <a:pt x="15094" y="13824"/>
                </a:lnTo>
                <a:lnTo>
                  <a:pt x="15143" y="13677"/>
                </a:lnTo>
                <a:lnTo>
                  <a:pt x="15168" y="13506"/>
                </a:lnTo>
                <a:lnTo>
                  <a:pt x="15168" y="13360"/>
                </a:lnTo>
                <a:lnTo>
                  <a:pt x="15119" y="13213"/>
                </a:lnTo>
                <a:lnTo>
                  <a:pt x="15070" y="13067"/>
                </a:lnTo>
                <a:lnTo>
                  <a:pt x="14997" y="12920"/>
                </a:lnTo>
                <a:lnTo>
                  <a:pt x="13898" y="11552"/>
                </a:lnTo>
                <a:lnTo>
                  <a:pt x="14068" y="11210"/>
                </a:lnTo>
                <a:lnTo>
                  <a:pt x="14215" y="10868"/>
                </a:lnTo>
                <a:lnTo>
                  <a:pt x="14362" y="10502"/>
                </a:lnTo>
                <a:lnTo>
                  <a:pt x="14459" y="10160"/>
                </a:lnTo>
                <a:lnTo>
                  <a:pt x="16218" y="9965"/>
                </a:lnTo>
                <a:lnTo>
                  <a:pt x="16364" y="9916"/>
                </a:lnTo>
                <a:lnTo>
                  <a:pt x="16511" y="9867"/>
                </a:lnTo>
                <a:lnTo>
                  <a:pt x="16657" y="9769"/>
                </a:lnTo>
                <a:lnTo>
                  <a:pt x="16755" y="9672"/>
                </a:lnTo>
                <a:lnTo>
                  <a:pt x="16853" y="9525"/>
                </a:lnTo>
                <a:lnTo>
                  <a:pt x="16926" y="9403"/>
                </a:lnTo>
                <a:lnTo>
                  <a:pt x="16975" y="9257"/>
                </a:lnTo>
                <a:lnTo>
                  <a:pt x="16999" y="9086"/>
                </a:lnTo>
                <a:lnTo>
                  <a:pt x="16999" y="7913"/>
                </a:lnTo>
                <a:lnTo>
                  <a:pt x="16975" y="7742"/>
                </a:lnTo>
                <a:lnTo>
                  <a:pt x="16926" y="7596"/>
                </a:lnTo>
                <a:lnTo>
                  <a:pt x="16853" y="7474"/>
                </a:lnTo>
                <a:lnTo>
                  <a:pt x="16755" y="7327"/>
                </a:lnTo>
                <a:lnTo>
                  <a:pt x="16657" y="7229"/>
                </a:lnTo>
                <a:lnTo>
                  <a:pt x="16511" y="7132"/>
                </a:lnTo>
                <a:lnTo>
                  <a:pt x="16364" y="7083"/>
                </a:lnTo>
                <a:lnTo>
                  <a:pt x="16218" y="7034"/>
                </a:lnTo>
                <a:lnTo>
                  <a:pt x="14459" y="6839"/>
                </a:lnTo>
                <a:lnTo>
                  <a:pt x="14362" y="6497"/>
                </a:lnTo>
                <a:lnTo>
                  <a:pt x="14215" y="6130"/>
                </a:lnTo>
                <a:lnTo>
                  <a:pt x="14068" y="5788"/>
                </a:lnTo>
                <a:lnTo>
                  <a:pt x="13898" y="5447"/>
                </a:lnTo>
                <a:lnTo>
                  <a:pt x="14997" y="4079"/>
                </a:lnTo>
                <a:lnTo>
                  <a:pt x="15070" y="3932"/>
                </a:lnTo>
                <a:lnTo>
                  <a:pt x="15119" y="3786"/>
                </a:lnTo>
                <a:lnTo>
                  <a:pt x="15168" y="3639"/>
                </a:lnTo>
                <a:lnTo>
                  <a:pt x="15168" y="3493"/>
                </a:lnTo>
                <a:lnTo>
                  <a:pt x="15143" y="3322"/>
                </a:lnTo>
                <a:lnTo>
                  <a:pt x="15094" y="3175"/>
                </a:lnTo>
                <a:lnTo>
                  <a:pt x="15021" y="3029"/>
                </a:lnTo>
                <a:lnTo>
                  <a:pt x="14923" y="2907"/>
                </a:lnTo>
                <a:lnTo>
                  <a:pt x="14093" y="2076"/>
                </a:lnTo>
                <a:lnTo>
                  <a:pt x="13971" y="1978"/>
                </a:lnTo>
                <a:lnTo>
                  <a:pt x="13824" y="1905"/>
                </a:lnTo>
                <a:lnTo>
                  <a:pt x="13678" y="1856"/>
                </a:lnTo>
                <a:lnTo>
                  <a:pt x="13507" y="1832"/>
                </a:lnTo>
                <a:lnTo>
                  <a:pt x="13360" y="1832"/>
                </a:lnTo>
                <a:lnTo>
                  <a:pt x="13214" y="1881"/>
                </a:lnTo>
                <a:lnTo>
                  <a:pt x="13067" y="1930"/>
                </a:lnTo>
                <a:lnTo>
                  <a:pt x="12921" y="2027"/>
                </a:lnTo>
                <a:lnTo>
                  <a:pt x="11553" y="3102"/>
                </a:lnTo>
                <a:lnTo>
                  <a:pt x="11211" y="2931"/>
                </a:lnTo>
                <a:lnTo>
                  <a:pt x="10869" y="2784"/>
                </a:lnTo>
                <a:lnTo>
                  <a:pt x="10503" y="2638"/>
                </a:lnTo>
                <a:lnTo>
                  <a:pt x="10161" y="2540"/>
                </a:lnTo>
                <a:lnTo>
                  <a:pt x="9965" y="782"/>
                </a:lnTo>
                <a:lnTo>
                  <a:pt x="9917" y="635"/>
                </a:lnTo>
                <a:lnTo>
                  <a:pt x="9868" y="489"/>
                </a:lnTo>
                <a:lnTo>
                  <a:pt x="9770" y="342"/>
                </a:lnTo>
                <a:lnTo>
                  <a:pt x="9672" y="244"/>
                </a:lnTo>
                <a:lnTo>
                  <a:pt x="9526" y="147"/>
                </a:lnTo>
                <a:lnTo>
                  <a:pt x="9404" y="73"/>
                </a:lnTo>
                <a:lnTo>
                  <a:pt x="9257" y="25"/>
                </a:lnTo>
                <a:lnTo>
                  <a:pt x="9086" y="0"/>
                </a:lnTo>
                <a:close/>
              </a:path>
            </a:pathLst>
          </a:cu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3"/>
          <p:cNvGrpSpPr/>
          <p:nvPr/>
        </p:nvGrpSpPr>
        <p:grpSpPr>
          <a:xfrm>
            <a:off x="-50285" y="1452794"/>
            <a:ext cx="624844" cy="599376"/>
            <a:chOff x="5241175" y="4959100"/>
            <a:chExt cx="539775" cy="517775"/>
          </a:xfrm>
        </p:grpSpPr>
        <p:sp>
          <p:nvSpPr>
            <p:cNvPr id="81" name="Google Shape;81;p3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l" t="t" r="r" b="b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l" t="t" r="r" b="b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3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l" t="t" r="r" b="b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3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l" t="t" r="r" b="b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l" t="t" r="r" b="b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l" t="t" r="r" b="b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" name="Google Shape;87;p3"/>
          <p:cNvSpPr/>
          <p:nvPr/>
        </p:nvSpPr>
        <p:spPr>
          <a:xfrm>
            <a:off x="47199" y="4430470"/>
            <a:ext cx="505231" cy="459562"/>
          </a:xfrm>
          <a:custGeom>
            <a:avLst/>
            <a:gdLst/>
            <a:ahLst/>
            <a:cxnLst/>
            <a:rect l="l" t="t" r="r" b="b"/>
            <a:pathLst>
              <a:path w="16218" h="14752" extrusionOk="0">
                <a:moveTo>
                  <a:pt x="7694" y="0"/>
                </a:moveTo>
                <a:lnTo>
                  <a:pt x="7279" y="25"/>
                </a:lnTo>
                <a:lnTo>
                  <a:pt x="6863" y="74"/>
                </a:lnTo>
                <a:lnTo>
                  <a:pt x="6473" y="123"/>
                </a:lnTo>
                <a:lnTo>
                  <a:pt x="6082" y="196"/>
                </a:lnTo>
                <a:lnTo>
                  <a:pt x="5691" y="293"/>
                </a:lnTo>
                <a:lnTo>
                  <a:pt x="5325" y="416"/>
                </a:lnTo>
                <a:lnTo>
                  <a:pt x="4958" y="538"/>
                </a:lnTo>
                <a:lnTo>
                  <a:pt x="4592" y="660"/>
                </a:lnTo>
                <a:lnTo>
                  <a:pt x="4250" y="831"/>
                </a:lnTo>
                <a:lnTo>
                  <a:pt x="3908" y="977"/>
                </a:lnTo>
                <a:lnTo>
                  <a:pt x="3566" y="1173"/>
                </a:lnTo>
                <a:lnTo>
                  <a:pt x="3249" y="1368"/>
                </a:lnTo>
                <a:lnTo>
                  <a:pt x="2956" y="1563"/>
                </a:lnTo>
                <a:lnTo>
                  <a:pt x="2663" y="1783"/>
                </a:lnTo>
                <a:lnTo>
                  <a:pt x="2370" y="2003"/>
                </a:lnTo>
                <a:lnTo>
                  <a:pt x="2101" y="2247"/>
                </a:lnTo>
                <a:lnTo>
                  <a:pt x="1857" y="2492"/>
                </a:lnTo>
                <a:lnTo>
                  <a:pt x="1612" y="2760"/>
                </a:lnTo>
                <a:lnTo>
                  <a:pt x="1393" y="3029"/>
                </a:lnTo>
                <a:lnTo>
                  <a:pt x="1173" y="3298"/>
                </a:lnTo>
                <a:lnTo>
                  <a:pt x="977" y="3591"/>
                </a:lnTo>
                <a:lnTo>
                  <a:pt x="807" y="3884"/>
                </a:lnTo>
                <a:lnTo>
                  <a:pt x="636" y="4201"/>
                </a:lnTo>
                <a:lnTo>
                  <a:pt x="489" y="4519"/>
                </a:lnTo>
                <a:lnTo>
                  <a:pt x="367" y="4836"/>
                </a:lnTo>
                <a:lnTo>
                  <a:pt x="245" y="5154"/>
                </a:lnTo>
                <a:lnTo>
                  <a:pt x="172" y="5496"/>
                </a:lnTo>
                <a:lnTo>
                  <a:pt x="98" y="5838"/>
                </a:lnTo>
                <a:lnTo>
                  <a:pt x="49" y="6179"/>
                </a:lnTo>
                <a:lnTo>
                  <a:pt x="1" y="6521"/>
                </a:lnTo>
                <a:lnTo>
                  <a:pt x="1" y="6888"/>
                </a:lnTo>
                <a:lnTo>
                  <a:pt x="1" y="7254"/>
                </a:lnTo>
                <a:lnTo>
                  <a:pt x="49" y="7645"/>
                </a:lnTo>
                <a:lnTo>
                  <a:pt x="98" y="8011"/>
                </a:lnTo>
                <a:lnTo>
                  <a:pt x="196" y="8353"/>
                </a:lnTo>
                <a:lnTo>
                  <a:pt x="294" y="8719"/>
                </a:lnTo>
                <a:lnTo>
                  <a:pt x="416" y="9061"/>
                </a:lnTo>
                <a:lnTo>
                  <a:pt x="562" y="9403"/>
                </a:lnTo>
                <a:lnTo>
                  <a:pt x="733" y="9745"/>
                </a:lnTo>
                <a:lnTo>
                  <a:pt x="904" y="10063"/>
                </a:lnTo>
                <a:lnTo>
                  <a:pt x="1100" y="10356"/>
                </a:lnTo>
                <a:lnTo>
                  <a:pt x="1344" y="10673"/>
                </a:lnTo>
                <a:lnTo>
                  <a:pt x="1564" y="10966"/>
                </a:lnTo>
                <a:lnTo>
                  <a:pt x="1832" y="11235"/>
                </a:lnTo>
                <a:lnTo>
                  <a:pt x="2101" y="11504"/>
                </a:lnTo>
                <a:lnTo>
                  <a:pt x="2394" y="11772"/>
                </a:lnTo>
                <a:lnTo>
                  <a:pt x="2687" y="12017"/>
                </a:lnTo>
                <a:lnTo>
                  <a:pt x="2492" y="12383"/>
                </a:lnTo>
                <a:lnTo>
                  <a:pt x="2272" y="12749"/>
                </a:lnTo>
                <a:lnTo>
                  <a:pt x="2028" y="13140"/>
                </a:lnTo>
                <a:lnTo>
                  <a:pt x="1710" y="13506"/>
                </a:lnTo>
                <a:lnTo>
                  <a:pt x="1368" y="13873"/>
                </a:lnTo>
                <a:lnTo>
                  <a:pt x="1173" y="14044"/>
                </a:lnTo>
                <a:lnTo>
                  <a:pt x="953" y="14190"/>
                </a:lnTo>
                <a:lnTo>
                  <a:pt x="733" y="14337"/>
                </a:lnTo>
                <a:lnTo>
                  <a:pt x="513" y="14483"/>
                </a:lnTo>
                <a:lnTo>
                  <a:pt x="269" y="14581"/>
                </a:lnTo>
                <a:lnTo>
                  <a:pt x="1" y="14703"/>
                </a:lnTo>
                <a:lnTo>
                  <a:pt x="123" y="14703"/>
                </a:lnTo>
                <a:lnTo>
                  <a:pt x="489" y="14752"/>
                </a:lnTo>
                <a:lnTo>
                  <a:pt x="1368" y="14752"/>
                </a:lnTo>
                <a:lnTo>
                  <a:pt x="1710" y="14728"/>
                </a:lnTo>
                <a:lnTo>
                  <a:pt x="2101" y="14654"/>
                </a:lnTo>
                <a:lnTo>
                  <a:pt x="2492" y="14581"/>
                </a:lnTo>
                <a:lnTo>
                  <a:pt x="2907" y="14459"/>
                </a:lnTo>
                <a:lnTo>
                  <a:pt x="3322" y="14312"/>
                </a:lnTo>
                <a:lnTo>
                  <a:pt x="3762" y="14117"/>
                </a:lnTo>
                <a:lnTo>
                  <a:pt x="4177" y="13873"/>
                </a:lnTo>
                <a:lnTo>
                  <a:pt x="4592" y="13604"/>
                </a:lnTo>
                <a:lnTo>
                  <a:pt x="4983" y="13238"/>
                </a:lnTo>
                <a:lnTo>
                  <a:pt x="5349" y="13360"/>
                </a:lnTo>
                <a:lnTo>
                  <a:pt x="5716" y="13482"/>
                </a:lnTo>
                <a:lnTo>
                  <a:pt x="6106" y="13555"/>
                </a:lnTo>
                <a:lnTo>
                  <a:pt x="6497" y="13628"/>
                </a:lnTo>
                <a:lnTo>
                  <a:pt x="6888" y="13702"/>
                </a:lnTo>
                <a:lnTo>
                  <a:pt x="7279" y="13751"/>
                </a:lnTo>
                <a:lnTo>
                  <a:pt x="7694" y="13775"/>
                </a:lnTo>
                <a:lnTo>
                  <a:pt x="8524" y="13775"/>
                </a:lnTo>
                <a:lnTo>
                  <a:pt x="8939" y="13751"/>
                </a:lnTo>
                <a:lnTo>
                  <a:pt x="9355" y="13702"/>
                </a:lnTo>
                <a:lnTo>
                  <a:pt x="9745" y="13628"/>
                </a:lnTo>
                <a:lnTo>
                  <a:pt x="10136" y="13555"/>
                </a:lnTo>
                <a:lnTo>
                  <a:pt x="10527" y="13458"/>
                </a:lnTo>
                <a:lnTo>
                  <a:pt x="10893" y="13360"/>
                </a:lnTo>
                <a:lnTo>
                  <a:pt x="11260" y="13238"/>
                </a:lnTo>
                <a:lnTo>
                  <a:pt x="11626" y="13091"/>
                </a:lnTo>
                <a:lnTo>
                  <a:pt x="11968" y="12945"/>
                </a:lnTo>
                <a:lnTo>
                  <a:pt x="12310" y="12774"/>
                </a:lnTo>
                <a:lnTo>
                  <a:pt x="12652" y="12603"/>
                </a:lnTo>
                <a:lnTo>
                  <a:pt x="12969" y="12407"/>
                </a:lnTo>
                <a:lnTo>
                  <a:pt x="13262" y="12212"/>
                </a:lnTo>
                <a:lnTo>
                  <a:pt x="13555" y="11992"/>
                </a:lnTo>
                <a:lnTo>
                  <a:pt x="13848" y="11748"/>
                </a:lnTo>
                <a:lnTo>
                  <a:pt x="14117" y="11528"/>
                </a:lnTo>
                <a:lnTo>
                  <a:pt x="14361" y="11259"/>
                </a:lnTo>
                <a:lnTo>
                  <a:pt x="14606" y="11015"/>
                </a:lnTo>
                <a:lnTo>
                  <a:pt x="14825" y="10747"/>
                </a:lnTo>
                <a:lnTo>
                  <a:pt x="15045" y="10453"/>
                </a:lnTo>
                <a:lnTo>
                  <a:pt x="15241" y="10160"/>
                </a:lnTo>
                <a:lnTo>
                  <a:pt x="15412" y="9867"/>
                </a:lnTo>
                <a:lnTo>
                  <a:pt x="15582" y="9574"/>
                </a:lnTo>
                <a:lnTo>
                  <a:pt x="15729" y="9257"/>
                </a:lnTo>
                <a:lnTo>
                  <a:pt x="15851" y="8939"/>
                </a:lnTo>
                <a:lnTo>
                  <a:pt x="15973" y="8597"/>
                </a:lnTo>
                <a:lnTo>
                  <a:pt x="16047" y="8280"/>
                </a:lnTo>
                <a:lnTo>
                  <a:pt x="16120" y="7938"/>
                </a:lnTo>
                <a:lnTo>
                  <a:pt x="16169" y="7596"/>
                </a:lnTo>
                <a:lnTo>
                  <a:pt x="16217" y="7230"/>
                </a:lnTo>
                <a:lnTo>
                  <a:pt x="16217" y="6888"/>
                </a:lnTo>
                <a:lnTo>
                  <a:pt x="16217" y="6521"/>
                </a:lnTo>
                <a:lnTo>
                  <a:pt x="16169" y="6179"/>
                </a:lnTo>
                <a:lnTo>
                  <a:pt x="16120" y="5838"/>
                </a:lnTo>
                <a:lnTo>
                  <a:pt x="16047" y="5496"/>
                </a:lnTo>
                <a:lnTo>
                  <a:pt x="15973" y="5154"/>
                </a:lnTo>
                <a:lnTo>
                  <a:pt x="15851" y="4836"/>
                </a:lnTo>
                <a:lnTo>
                  <a:pt x="15729" y="4519"/>
                </a:lnTo>
                <a:lnTo>
                  <a:pt x="15582" y="4201"/>
                </a:lnTo>
                <a:lnTo>
                  <a:pt x="15412" y="3884"/>
                </a:lnTo>
                <a:lnTo>
                  <a:pt x="15241" y="3591"/>
                </a:lnTo>
                <a:lnTo>
                  <a:pt x="15045" y="3298"/>
                </a:lnTo>
                <a:lnTo>
                  <a:pt x="14825" y="3029"/>
                </a:lnTo>
                <a:lnTo>
                  <a:pt x="14606" y="2760"/>
                </a:lnTo>
                <a:lnTo>
                  <a:pt x="14361" y="2492"/>
                </a:lnTo>
                <a:lnTo>
                  <a:pt x="14117" y="2247"/>
                </a:lnTo>
                <a:lnTo>
                  <a:pt x="13848" y="2003"/>
                </a:lnTo>
                <a:lnTo>
                  <a:pt x="13555" y="1783"/>
                </a:lnTo>
                <a:lnTo>
                  <a:pt x="13262" y="1563"/>
                </a:lnTo>
                <a:lnTo>
                  <a:pt x="12969" y="1368"/>
                </a:lnTo>
                <a:lnTo>
                  <a:pt x="12652" y="1173"/>
                </a:lnTo>
                <a:lnTo>
                  <a:pt x="12310" y="977"/>
                </a:lnTo>
                <a:lnTo>
                  <a:pt x="11968" y="831"/>
                </a:lnTo>
                <a:lnTo>
                  <a:pt x="11626" y="660"/>
                </a:lnTo>
                <a:lnTo>
                  <a:pt x="11260" y="538"/>
                </a:lnTo>
                <a:lnTo>
                  <a:pt x="10893" y="416"/>
                </a:lnTo>
                <a:lnTo>
                  <a:pt x="10527" y="293"/>
                </a:lnTo>
                <a:lnTo>
                  <a:pt x="10136" y="196"/>
                </a:lnTo>
                <a:lnTo>
                  <a:pt x="9745" y="123"/>
                </a:lnTo>
                <a:lnTo>
                  <a:pt x="9355" y="74"/>
                </a:lnTo>
                <a:lnTo>
                  <a:pt x="8939" y="25"/>
                </a:lnTo>
                <a:lnTo>
                  <a:pt x="8524" y="0"/>
                </a:lnTo>
                <a:close/>
              </a:path>
            </a:pathLst>
          </a:cu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"/>
          <p:cNvSpPr/>
          <p:nvPr/>
        </p:nvSpPr>
        <p:spPr>
          <a:xfrm rot="10800000" flipH="1">
            <a:off x="-94969" y="619169"/>
            <a:ext cx="1034700" cy="895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30000" y="0"/>
                </a:moveTo>
                <a:lnTo>
                  <a:pt x="0" y="59994"/>
                </a:lnTo>
                <a:lnTo>
                  <a:pt x="30000" y="120000"/>
                </a:lnTo>
                <a:lnTo>
                  <a:pt x="90000" y="120000"/>
                </a:lnTo>
                <a:lnTo>
                  <a:pt x="120000" y="59994"/>
                </a:lnTo>
                <a:lnTo>
                  <a:pt x="90000" y="0"/>
                </a:lnTo>
                <a:lnTo>
                  <a:pt x="30000" y="0"/>
                </a:lnTo>
                <a:close/>
                <a:moveTo>
                  <a:pt x="38477" y="16950"/>
                </a:moveTo>
                <a:lnTo>
                  <a:pt x="81522" y="16950"/>
                </a:lnTo>
                <a:lnTo>
                  <a:pt x="103033" y="59994"/>
                </a:lnTo>
                <a:lnTo>
                  <a:pt x="81522" y="103038"/>
                </a:lnTo>
                <a:lnTo>
                  <a:pt x="38477" y="103038"/>
                </a:lnTo>
                <a:lnTo>
                  <a:pt x="16955" y="59994"/>
                </a:lnTo>
                <a:lnTo>
                  <a:pt x="38477" y="1695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lin ang="6983783" scaled="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4"/>
          <p:cNvSpPr/>
          <p:nvPr/>
        </p:nvSpPr>
        <p:spPr>
          <a:xfrm rot="5400000">
            <a:off x="499599" y="1905237"/>
            <a:ext cx="1146000" cy="132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60000" y="0"/>
                </a:moveTo>
                <a:lnTo>
                  <a:pt x="120000" y="30000"/>
                </a:lnTo>
                <a:lnTo>
                  <a:pt x="120000" y="90000"/>
                </a:lnTo>
                <a:lnTo>
                  <a:pt x="60000" y="120000"/>
                </a:lnTo>
                <a:lnTo>
                  <a:pt x="0" y="90000"/>
                </a:lnTo>
                <a:lnTo>
                  <a:pt x="0" y="3000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p4"/>
          <p:cNvSpPr txBox="1">
            <a:spLocks noGrp="1"/>
          </p:cNvSpPr>
          <p:nvPr>
            <p:ph type="body" idx="1"/>
          </p:nvPr>
        </p:nvSpPr>
        <p:spPr>
          <a:xfrm>
            <a:off x="2051200" y="2085600"/>
            <a:ext cx="62823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SzPts val="2400"/>
              <a:buFont typeface="Nixie One"/>
              <a:buChar char="◇"/>
              <a:defRPr sz="2400">
                <a:latin typeface="Nixie One"/>
                <a:ea typeface="Nixie One"/>
                <a:cs typeface="Nixie One"/>
                <a:sym typeface="Nixie One"/>
              </a:defRPr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￭"/>
              <a:defRPr sz="2400">
                <a:latin typeface="Nixie One"/>
                <a:ea typeface="Nixie One"/>
                <a:cs typeface="Nixie One"/>
                <a:sym typeface="Nixie One"/>
              </a:defRPr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￮"/>
              <a:defRPr sz="2400">
                <a:latin typeface="Nixie One"/>
                <a:ea typeface="Nixie One"/>
                <a:cs typeface="Nixie One"/>
                <a:sym typeface="Nixie One"/>
              </a:defRPr>
            </a:lvl3pPr>
            <a:lvl4pPr marL="1828800" lvl="3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●"/>
              <a:defRPr sz="2400">
                <a:latin typeface="Nixie One"/>
                <a:ea typeface="Nixie One"/>
                <a:cs typeface="Nixie One"/>
                <a:sym typeface="Nixie One"/>
              </a:defRPr>
            </a:lvl4pPr>
            <a:lvl5pPr marL="2286000" lvl="4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○"/>
              <a:defRPr sz="2400">
                <a:latin typeface="Nixie One"/>
                <a:ea typeface="Nixie One"/>
                <a:cs typeface="Nixie One"/>
                <a:sym typeface="Nixie One"/>
              </a:defRPr>
            </a:lvl5pPr>
            <a:lvl6pPr marL="2743200" lvl="5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■"/>
              <a:defRPr sz="2400">
                <a:latin typeface="Nixie One"/>
                <a:ea typeface="Nixie One"/>
                <a:cs typeface="Nixie One"/>
                <a:sym typeface="Nixie One"/>
              </a:defRPr>
            </a:lvl6pPr>
            <a:lvl7pPr marL="3200400" lvl="6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●"/>
              <a:defRPr sz="2400">
                <a:latin typeface="Nixie One"/>
                <a:ea typeface="Nixie One"/>
                <a:cs typeface="Nixie One"/>
                <a:sym typeface="Nixie One"/>
              </a:defRPr>
            </a:lvl7pPr>
            <a:lvl8pPr marL="3657600" lvl="7" indent="-381000" rtl="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○"/>
              <a:defRPr sz="2400">
                <a:latin typeface="Nixie One"/>
                <a:ea typeface="Nixie One"/>
                <a:cs typeface="Nixie One"/>
                <a:sym typeface="Nixie One"/>
              </a:defRPr>
            </a:lvl8pPr>
            <a:lvl9pPr marL="4114800" lvl="8" indent="-381000">
              <a:spcBef>
                <a:spcPts val="0"/>
              </a:spcBef>
              <a:spcAft>
                <a:spcPts val="0"/>
              </a:spcAft>
              <a:buSzPts val="2400"/>
              <a:buFont typeface="Nixie One"/>
              <a:buChar char="■"/>
              <a:defRPr sz="2400">
                <a:latin typeface="Nixie One"/>
                <a:ea typeface="Nixie One"/>
                <a:cs typeface="Nixie One"/>
                <a:sym typeface="Nixie One"/>
              </a:defRPr>
            </a:lvl9pPr>
          </a:lstStyle>
          <a:p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-123826" y="2811575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9525" cap="flat" cmpd="sng">
            <a:solidFill>
              <a:srgbClr val="19BB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638175" y="3192700"/>
            <a:ext cx="428700" cy="3711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/>
          <p:nvPr/>
        </p:nvSpPr>
        <p:spPr>
          <a:xfrm rot="10800000" flipH="1">
            <a:off x="752474" y="1201800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76200" cap="flat" cmpd="sng">
            <a:solidFill>
              <a:srgbClr val="184769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"/>
          <p:cNvSpPr/>
          <p:nvPr/>
        </p:nvSpPr>
        <p:spPr>
          <a:xfrm rot="10800000" flipH="1">
            <a:off x="657225" y="4380175"/>
            <a:ext cx="358800" cy="3105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00E1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6" name="Google Shape;96;p4"/>
          <p:cNvGrpSpPr/>
          <p:nvPr/>
        </p:nvGrpSpPr>
        <p:grpSpPr>
          <a:xfrm>
            <a:off x="986834" y="1394518"/>
            <a:ext cx="351204" cy="324661"/>
            <a:chOff x="5975075" y="2327500"/>
            <a:chExt cx="420100" cy="388350"/>
          </a:xfrm>
        </p:grpSpPr>
        <p:sp>
          <p:nvSpPr>
            <p:cNvPr id="97" name="Google Shape;97;p4"/>
            <p:cNvSpPr/>
            <p:nvPr/>
          </p:nvSpPr>
          <p:spPr>
            <a:xfrm>
              <a:off x="5975075" y="2474650"/>
              <a:ext cx="98325" cy="220450"/>
            </a:xfrm>
            <a:custGeom>
              <a:avLst/>
              <a:gdLst/>
              <a:ahLst/>
              <a:cxnLst/>
              <a:rect l="l" t="t" r="r" b="b"/>
              <a:pathLst>
                <a:path w="3933" h="8818" extrusionOk="0">
                  <a:moveTo>
                    <a:pt x="2418" y="1002"/>
                  </a:moveTo>
                  <a:lnTo>
                    <a:pt x="2565" y="1027"/>
                  </a:lnTo>
                  <a:lnTo>
                    <a:pt x="2687" y="1075"/>
                  </a:lnTo>
                  <a:lnTo>
                    <a:pt x="2809" y="1124"/>
                  </a:lnTo>
                  <a:lnTo>
                    <a:pt x="2907" y="1222"/>
                  </a:lnTo>
                  <a:lnTo>
                    <a:pt x="3005" y="1320"/>
                  </a:lnTo>
                  <a:lnTo>
                    <a:pt x="3078" y="1442"/>
                  </a:lnTo>
                  <a:lnTo>
                    <a:pt x="3102" y="1564"/>
                  </a:lnTo>
                  <a:lnTo>
                    <a:pt x="3127" y="1710"/>
                  </a:lnTo>
                  <a:lnTo>
                    <a:pt x="3102" y="1857"/>
                  </a:lnTo>
                  <a:lnTo>
                    <a:pt x="3078" y="1979"/>
                  </a:lnTo>
                  <a:lnTo>
                    <a:pt x="3005" y="2101"/>
                  </a:lnTo>
                  <a:lnTo>
                    <a:pt x="2907" y="2223"/>
                  </a:lnTo>
                  <a:lnTo>
                    <a:pt x="2809" y="2297"/>
                  </a:lnTo>
                  <a:lnTo>
                    <a:pt x="2687" y="2370"/>
                  </a:lnTo>
                  <a:lnTo>
                    <a:pt x="2565" y="2394"/>
                  </a:lnTo>
                  <a:lnTo>
                    <a:pt x="2418" y="2419"/>
                  </a:lnTo>
                  <a:lnTo>
                    <a:pt x="2272" y="2394"/>
                  </a:lnTo>
                  <a:lnTo>
                    <a:pt x="2150" y="2370"/>
                  </a:lnTo>
                  <a:lnTo>
                    <a:pt x="2028" y="2297"/>
                  </a:lnTo>
                  <a:lnTo>
                    <a:pt x="1930" y="2223"/>
                  </a:lnTo>
                  <a:lnTo>
                    <a:pt x="1832" y="2101"/>
                  </a:lnTo>
                  <a:lnTo>
                    <a:pt x="1759" y="1979"/>
                  </a:lnTo>
                  <a:lnTo>
                    <a:pt x="1735" y="1857"/>
                  </a:lnTo>
                  <a:lnTo>
                    <a:pt x="1710" y="1710"/>
                  </a:lnTo>
                  <a:lnTo>
                    <a:pt x="1735" y="1564"/>
                  </a:lnTo>
                  <a:lnTo>
                    <a:pt x="1759" y="1442"/>
                  </a:lnTo>
                  <a:lnTo>
                    <a:pt x="1832" y="1320"/>
                  </a:lnTo>
                  <a:lnTo>
                    <a:pt x="1930" y="1222"/>
                  </a:lnTo>
                  <a:lnTo>
                    <a:pt x="2028" y="1124"/>
                  </a:lnTo>
                  <a:lnTo>
                    <a:pt x="2150" y="1075"/>
                  </a:lnTo>
                  <a:lnTo>
                    <a:pt x="2272" y="1027"/>
                  </a:lnTo>
                  <a:lnTo>
                    <a:pt x="2418" y="1002"/>
                  </a:lnTo>
                  <a:close/>
                  <a:moveTo>
                    <a:pt x="1" y="1"/>
                  </a:moveTo>
                  <a:lnTo>
                    <a:pt x="1" y="8817"/>
                  </a:lnTo>
                  <a:lnTo>
                    <a:pt x="3933" y="8817"/>
                  </a:lnTo>
                  <a:lnTo>
                    <a:pt x="3933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4"/>
            <p:cNvSpPr/>
            <p:nvPr/>
          </p:nvSpPr>
          <p:spPr>
            <a:xfrm>
              <a:off x="6088025" y="2327500"/>
              <a:ext cx="307150" cy="388350"/>
            </a:xfrm>
            <a:custGeom>
              <a:avLst/>
              <a:gdLst/>
              <a:ahLst/>
              <a:cxnLst/>
              <a:rect l="l" t="t" r="r" b="b"/>
              <a:pathLst>
                <a:path w="12286" h="15534" extrusionOk="0">
                  <a:moveTo>
                    <a:pt x="6326" y="1"/>
                  </a:moveTo>
                  <a:lnTo>
                    <a:pt x="5960" y="25"/>
                  </a:lnTo>
                  <a:lnTo>
                    <a:pt x="5716" y="74"/>
                  </a:lnTo>
                  <a:lnTo>
                    <a:pt x="5520" y="147"/>
                  </a:lnTo>
                  <a:lnTo>
                    <a:pt x="5374" y="221"/>
                  </a:lnTo>
                  <a:lnTo>
                    <a:pt x="4983" y="1466"/>
                  </a:lnTo>
                  <a:lnTo>
                    <a:pt x="4788" y="2028"/>
                  </a:lnTo>
                  <a:lnTo>
                    <a:pt x="4592" y="2541"/>
                  </a:lnTo>
                  <a:lnTo>
                    <a:pt x="4397" y="3005"/>
                  </a:lnTo>
                  <a:lnTo>
                    <a:pt x="4202" y="3396"/>
                  </a:lnTo>
                  <a:lnTo>
                    <a:pt x="4031" y="3689"/>
                  </a:lnTo>
                  <a:lnTo>
                    <a:pt x="3884" y="3933"/>
                  </a:lnTo>
                  <a:lnTo>
                    <a:pt x="3664" y="4153"/>
                  </a:lnTo>
                  <a:lnTo>
                    <a:pt x="3322" y="4495"/>
                  </a:lnTo>
                  <a:lnTo>
                    <a:pt x="2516" y="5252"/>
                  </a:lnTo>
                  <a:lnTo>
                    <a:pt x="1442" y="6229"/>
                  </a:lnTo>
                  <a:lnTo>
                    <a:pt x="1" y="6229"/>
                  </a:lnTo>
                  <a:lnTo>
                    <a:pt x="1" y="13433"/>
                  </a:lnTo>
                  <a:lnTo>
                    <a:pt x="1515" y="13433"/>
                  </a:lnTo>
                  <a:lnTo>
                    <a:pt x="2004" y="13678"/>
                  </a:lnTo>
                  <a:lnTo>
                    <a:pt x="2687" y="13971"/>
                  </a:lnTo>
                  <a:lnTo>
                    <a:pt x="3567" y="14313"/>
                  </a:lnTo>
                  <a:lnTo>
                    <a:pt x="4544" y="14679"/>
                  </a:lnTo>
                  <a:lnTo>
                    <a:pt x="5594" y="14997"/>
                  </a:lnTo>
                  <a:lnTo>
                    <a:pt x="6131" y="15143"/>
                  </a:lnTo>
                  <a:lnTo>
                    <a:pt x="6668" y="15265"/>
                  </a:lnTo>
                  <a:lnTo>
                    <a:pt x="7181" y="15387"/>
                  </a:lnTo>
                  <a:lnTo>
                    <a:pt x="7694" y="15461"/>
                  </a:lnTo>
                  <a:lnTo>
                    <a:pt x="8158" y="15509"/>
                  </a:lnTo>
                  <a:lnTo>
                    <a:pt x="8622" y="15534"/>
                  </a:lnTo>
                  <a:lnTo>
                    <a:pt x="9404" y="15534"/>
                  </a:lnTo>
                  <a:lnTo>
                    <a:pt x="9819" y="15509"/>
                  </a:lnTo>
                  <a:lnTo>
                    <a:pt x="10210" y="15461"/>
                  </a:lnTo>
                  <a:lnTo>
                    <a:pt x="10552" y="15363"/>
                  </a:lnTo>
                  <a:lnTo>
                    <a:pt x="10723" y="15314"/>
                  </a:lnTo>
                  <a:lnTo>
                    <a:pt x="10845" y="15265"/>
                  </a:lnTo>
                  <a:lnTo>
                    <a:pt x="10967" y="15192"/>
                  </a:lnTo>
                  <a:lnTo>
                    <a:pt x="11064" y="15094"/>
                  </a:lnTo>
                  <a:lnTo>
                    <a:pt x="11113" y="14997"/>
                  </a:lnTo>
                  <a:lnTo>
                    <a:pt x="11162" y="14874"/>
                  </a:lnTo>
                  <a:lnTo>
                    <a:pt x="11235" y="14166"/>
                  </a:lnTo>
                  <a:lnTo>
                    <a:pt x="11211" y="13995"/>
                  </a:lnTo>
                  <a:lnTo>
                    <a:pt x="11162" y="13849"/>
                  </a:lnTo>
                  <a:lnTo>
                    <a:pt x="11064" y="13702"/>
                  </a:lnTo>
                  <a:lnTo>
                    <a:pt x="10918" y="13580"/>
                  </a:lnTo>
                  <a:lnTo>
                    <a:pt x="11040" y="13556"/>
                  </a:lnTo>
                  <a:lnTo>
                    <a:pt x="11162" y="13507"/>
                  </a:lnTo>
                  <a:lnTo>
                    <a:pt x="11284" y="13458"/>
                  </a:lnTo>
                  <a:lnTo>
                    <a:pt x="11382" y="13360"/>
                  </a:lnTo>
                  <a:lnTo>
                    <a:pt x="11455" y="13263"/>
                  </a:lnTo>
                  <a:lnTo>
                    <a:pt x="11528" y="13140"/>
                  </a:lnTo>
                  <a:lnTo>
                    <a:pt x="11577" y="12994"/>
                  </a:lnTo>
                  <a:lnTo>
                    <a:pt x="11602" y="12872"/>
                  </a:lnTo>
                  <a:lnTo>
                    <a:pt x="11675" y="11993"/>
                  </a:lnTo>
                  <a:lnTo>
                    <a:pt x="11675" y="11870"/>
                  </a:lnTo>
                  <a:lnTo>
                    <a:pt x="11675" y="11773"/>
                  </a:lnTo>
                  <a:lnTo>
                    <a:pt x="11651" y="11651"/>
                  </a:lnTo>
                  <a:lnTo>
                    <a:pt x="11602" y="11553"/>
                  </a:lnTo>
                  <a:lnTo>
                    <a:pt x="11480" y="11382"/>
                  </a:lnTo>
                  <a:lnTo>
                    <a:pt x="11406" y="11309"/>
                  </a:lnTo>
                  <a:lnTo>
                    <a:pt x="11333" y="11235"/>
                  </a:lnTo>
                  <a:lnTo>
                    <a:pt x="11455" y="11211"/>
                  </a:lnTo>
                  <a:lnTo>
                    <a:pt x="11553" y="11162"/>
                  </a:lnTo>
                  <a:lnTo>
                    <a:pt x="11651" y="11089"/>
                  </a:lnTo>
                  <a:lnTo>
                    <a:pt x="11748" y="10991"/>
                  </a:lnTo>
                  <a:lnTo>
                    <a:pt x="11822" y="10893"/>
                  </a:lnTo>
                  <a:lnTo>
                    <a:pt x="11870" y="10796"/>
                  </a:lnTo>
                  <a:lnTo>
                    <a:pt x="11919" y="10674"/>
                  </a:lnTo>
                  <a:lnTo>
                    <a:pt x="11944" y="10527"/>
                  </a:lnTo>
                  <a:lnTo>
                    <a:pt x="12017" y="9672"/>
                  </a:lnTo>
                  <a:lnTo>
                    <a:pt x="12017" y="9550"/>
                  </a:lnTo>
                  <a:lnTo>
                    <a:pt x="12017" y="9428"/>
                  </a:lnTo>
                  <a:lnTo>
                    <a:pt x="11993" y="9306"/>
                  </a:lnTo>
                  <a:lnTo>
                    <a:pt x="11944" y="9208"/>
                  </a:lnTo>
                  <a:lnTo>
                    <a:pt x="11895" y="9111"/>
                  </a:lnTo>
                  <a:lnTo>
                    <a:pt x="11822" y="9037"/>
                  </a:lnTo>
                  <a:lnTo>
                    <a:pt x="11748" y="8964"/>
                  </a:lnTo>
                  <a:lnTo>
                    <a:pt x="11651" y="8891"/>
                  </a:lnTo>
                  <a:lnTo>
                    <a:pt x="11748" y="8866"/>
                  </a:lnTo>
                  <a:lnTo>
                    <a:pt x="11846" y="8793"/>
                  </a:lnTo>
                  <a:lnTo>
                    <a:pt x="11944" y="8720"/>
                  </a:lnTo>
                  <a:lnTo>
                    <a:pt x="12017" y="8647"/>
                  </a:lnTo>
                  <a:lnTo>
                    <a:pt x="12090" y="8549"/>
                  </a:lnTo>
                  <a:lnTo>
                    <a:pt x="12139" y="8451"/>
                  </a:lnTo>
                  <a:lnTo>
                    <a:pt x="12163" y="8329"/>
                  </a:lnTo>
                  <a:lnTo>
                    <a:pt x="12188" y="8207"/>
                  </a:lnTo>
                  <a:lnTo>
                    <a:pt x="12286" y="7328"/>
                  </a:lnTo>
                  <a:lnTo>
                    <a:pt x="12261" y="7206"/>
                  </a:lnTo>
                  <a:lnTo>
                    <a:pt x="12237" y="7083"/>
                  </a:lnTo>
                  <a:lnTo>
                    <a:pt x="12188" y="6986"/>
                  </a:lnTo>
                  <a:lnTo>
                    <a:pt x="12139" y="6888"/>
                  </a:lnTo>
                  <a:lnTo>
                    <a:pt x="12066" y="6790"/>
                  </a:lnTo>
                  <a:lnTo>
                    <a:pt x="11968" y="6717"/>
                  </a:lnTo>
                  <a:lnTo>
                    <a:pt x="11748" y="6571"/>
                  </a:lnTo>
                  <a:lnTo>
                    <a:pt x="11504" y="6448"/>
                  </a:lnTo>
                  <a:lnTo>
                    <a:pt x="11211" y="6351"/>
                  </a:lnTo>
                  <a:lnTo>
                    <a:pt x="10893" y="6278"/>
                  </a:lnTo>
                  <a:lnTo>
                    <a:pt x="10576" y="6229"/>
                  </a:lnTo>
                  <a:lnTo>
                    <a:pt x="9892" y="6131"/>
                  </a:lnTo>
                  <a:lnTo>
                    <a:pt x="8842" y="6033"/>
                  </a:lnTo>
                  <a:lnTo>
                    <a:pt x="7596" y="5960"/>
                  </a:lnTo>
                  <a:lnTo>
                    <a:pt x="6326" y="5887"/>
                  </a:lnTo>
                  <a:lnTo>
                    <a:pt x="6497" y="5594"/>
                  </a:lnTo>
                  <a:lnTo>
                    <a:pt x="6644" y="5252"/>
                  </a:lnTo>
                  <a:lnTo>
                    <a:pt x="6790" y="4885"/>
                  </a:lnTo>
                  <a:lnTo>
                    <a:pt x="6888" y="4495"/>
                  </a:lnTo>
                  <a:lnTo>
                    <a:pt x="6986" y="4104"/>
                  </a:lnTo>
                  <a:lnTo>
                    <a:pt x="7083" y="3689"/>
                  </a:lnTo>
                  <a:lnTo>
                    <a:pt x="7181" y="2883"/>
                  </a:lnTo>
                  <a:lnTo>
                    <a:pt x="7254" y="2150"/>
                  </a:lnTo>
                  <a:lnTo>
                    <a:pt x="7303" y="1539"/>
                  </a:lnTo>
                  <a:lnTo>
                    <a:pt x="7303" y="978"/>
                  </a:lnTo>
                  <a:lnTo>
                    <a:pt x="7303" y="807"/>
                  </a:lnTo>
                  <a:lnTo>
                    <a:pt x="7230" y="611"/>
                  </a:lnTo>
                  <a:lnTo>
                    <a:pt x="7157" y="465"/>
                  </a:lnTo>
                  <a:lnTo>
                    <a:pt x="7035" y="318"/>
                  </a:lnTo>
                  <a:lnTo>
                    <a:pt x="6888" y="172"/>
                  </a:lnTo>
                  <a:lnTo>
                    <a:pt x="6717" y="98"/>
                  </a:lnTo>
                  <a:lnTo>
                    <a:pt x="6522" y="25"/>
                  </a:lnTo>
                  <a:lnTo>
                    <a:pt x="632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" name="Google Shape;99;p4"/>
          <p:cNvSpPr/>
          <p:nvPr/>
        </p:nvSpPr>
        <p:spPr>
          <a:xfrm>
            <a:off x="203100" y="3022777"/>
            <a:ext cx="166061" cy="287704"/>
          </a:xfrm>
          <a:custGeom>
            <a:avLst/>
            <a:gdLst/>
            <a:ahLst/>
            <a:cxnLst/>
            <a:rect l="l" t="t" r="r" b="b"/>
            <a:pathLst>
              <a:path w="11870" h="20565" extrusionOk="0">
                <a:moveTo>
                  <a:pt x="6301" y="977"/>
                </a:moveTo>
                <a:lnTo>
                  <a:pt x="6423" y="1002"/>
                </a:lnTo>
                <a:lnTo>
                  <a:pt x="6497" y="1075"/>
                </a:lnTo>
                <a:lnTo>
                  <a:pt x="6570" y="1148"/>
                </a:lnTo>
                <a:lnTo>
                  <a:pt x="6594" y="1270"/>
                </a:lnTo>
                <a:lnTo>
                  <a:pt x="6570" y="1368"/>
                </a:lnTo>
                <a:lnTo>
                  <a:pt x="6497" y="1466"/>
                </a:lnTo>
                <a:lnTo>
                  <a:pt x="6423" y="1515"/>
                </a:lnTo>
                <a:lnTo>
                  <a:pt x="6301" y="1539"/>
                </a:lnTo>
                <a:lnTo>
                  <a:pt x="5569" y="1539"/>
                </a:lnTo>
                <a:lnTo>
                  <a:pt x="5446" y="1515"/>
                </a:lnTo>
                <a:lnTo>
                  <a:pt x="5373" y="1466"/>
                </a:lnTo>
                <a:lnTo>
                  <a:pt x="5300" y="1368"/>
                </a:lnTo>
                <a:lnTo>
                  <a:pt x="5276" y="1270"/>
                </a:lnTo>
                <a:lnTo>
                  <a:pt x="5300" y="1148"/>
                </a:lnTo>
                <a:lnTo>
                  <a:pt x="5373" y="1075"/>
                </a:lnTo>
                <a:lnTo>
                  <a:pt x="5446" y="1002"/>
                </a:lnTo>
                <a:lnTo>
                  <a:pt x="5569" y="977"/>
                </a:lnTo>
                <a:close/>
                <a:moveTo>
                  <a:pt x="10575" y="2565"/>
                </a:moveTo>
                <a:lnTo>
                  <a:pt x="10575" y="16706"/>
                </a:lnTo>
                <a:lnTo>
                  <a:pt x="1295" y="16706"/>
                </a:lnTo>
                <a:lnTo>
                  <a:pt x="1295" y="2565"/>
                </a:lnTo>
                <a:close/>
                <a:moveTo>
                  <a:pt x="5935" y="17780"/>
                </a:moveTo>
                <a:lnTo>
                  <a:pt x="6106" y="17805"/>
                </a:lnTo>
                <a:lnTo>
                  <a:pt x="6277" y="17854"/>
                </a:lnTo>
                <a:lnTo>
                  <a:pt x="6423" y="17927"/>
                </a:lnTo>
                <a:lnTo>
                  <a:pt x="6545" y="18025"/>
                </a:lnTo>
                <a:lnTo>
                  <a:pt x="6643" y="18147"/>
                </a:lnTo>
                <a:lnTo>
                  <a:pt x="6716" y="18293"/>
                </a:lnTo>
                <a:lnTo>
                  <a:pt x="6765" y="18464"/>
                </a:lnTo>
                <a:lnTo>
                  <a:pt x="6790" y="18635"/>
                </a:lnTo>
                <a:lnTo>
                  <a:pt x="6765" y="18806"/>
                </a:lnTo>
                <a:lnTo>
                  <a:pt x="6716" y="18977"/>
                </a:lnTo>
                <a:lnTo>
                  <a:pt x="6643" y="19124"/>
                </a:lnTo>
                <a:lnTo>
                  <a:pt x="6545" y="19246"/>
                </a:lnTo>
                <a:lnTo>
                  <a:pt x="6423" y="19343"/>
                </a:lnTo>
                <a:lnTo>
                  <a:pt x="6277" y="19417"/>
                </a:lnTo>
                <a:lnTo>
                  <a:pt x="6106" y="19465"/>
                </a:lnTo>
                <a:lnTo>
                  <a:pt x="5935" y="19490"/>
                </a:lnTo>
                <a:lnTo>
                  <a:pt x="5764" y="19465"/>
                </a:lnTo>
                <a:lnTo>
                  <a:pt x="5593" y="19417"/>
                </a:lnTo>
                <a:lnTo>
                  <a:pt x="5446" y="19343"/>
                </a:lnTo>
                <a:lnTo>
                  <a:pt x="5324" y="19246"/>
                </a:lnTo>
                <a:lnTo>
                  <a:pt x="5227" y="19124"/>
                </a:lnTo>
                <a:lnTo>
                  <a:pt x="5153" y="18977"/>
                </a:lnTo>
                <a:lnTo>
                  <a:pt x="5105" y="18806"/>
                </a:lnTo>
                <a:lnTo>
                  <a:pt x="5080" y="18635"/>
                </a:lnTo>
                <a:lnTo>
                  <a:pt x="5105" y="18464"/>
                </a:lnTo>
                <a:lnTo>
                  <a:pt x="5153" y="18293"/>
                </a:lnTo>
                <a:lnTo>
                  <a:pt x="5227" y="18147"/>
                </a:lnTo>
                <a:lnTo>
                  <a:pt x="5324" y="18025"/>
                </a:lnTo>
                <a:lnTo>
                  <a:pt x="5446" y="17927"/>
                </a:lnTo>
                <a:lnTo>
                  <a:pt x="5593" y="17854"/>
                </a:lnTo>
                <a:lnTo>
                  <a:pt x="5764" y="17805"/>
                </a:lnTo>
                <a:lnTo>
                  <a:pt x="5935" y="17780"/>
                </a:lnTo>
                <a:close/>
                <a:moveTo>
                  <a:pt x="1295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6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6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95" y="20565"/>
                </a:lnTo>
                <a:lnTo>
                  <a:pt x="10575" y="20565"/>
                </a:lnTo>
                <a:lnTo>
                  <a:pt x="10844" y="20540"/>
                </a:lnTo>
                <a:lnTo>
                  <a:pt x="11088" y="20467"/>
                </a:lnTo>
                <a:lnTo>
                  <a:pt x="11308" y="20345"/>
                </a:lnTo>
                <a:lnTo>
                  <a:pt x="11503" y="20198"/>
                </a:lnTo>
                <a:lnTo>
                  <a:pt x="11650" y="20003"/>
                </a:lnTo>
                <a:lnTo>
                  <a:pt x="11772" y="19783"/>
                </a:lnTo>
                <a:lnTo>
                  <a:pt x="11845" y="19539"/>
                </a:lnTo>
                <a:lnTo>
                  <a:pt x="11870" y="19270"/>
                </a:lnTo>
                <a:lnTo>
                  <a:pt x="11870" y="1295"/>
                </a:lnTo>
                <a:lnTo>
                  <a:pt x="11845" y="1026"/>
                </a:lnTo>
                <a:lnTo>
                  <a:pt x="11772" y="782"/>
                </a:lnTo>
                <a:lnTo>
                  <a:pt x="11650" y="562"/>
                </a:lnTo>
                <a:lnTo>
                  <a:pt x="11503" y="367"/>
                </a:lnTo>
                <a:lnTo>
                  <a:pt x="11308" y="220"/>
                </a:lnTo>
                <a:lnTo>
                  <a:pt x="11088" y="98"/>
                </a:lnTo>
                <a:lnTo>
                  <a:pt x="10844" y="25"/>
                </a:lnTo>
                <a:lnTo>
                  <a:pt x="10575" y="0"/>
                </a:lnTo>
                <a:close/>
              </a:path>
            </a:pathLst>
          </a:custGeom>
          <a:solidFill>
            <a:srgbClr val="19BB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4"/>
          <p:cNvGrpSpPr/>
          <p:nvPr/>
        </p:nvGrpSpPr>
        <p:grpSpPr>
          <a:xfrm>
            <a:off x="295728" y="877706"/>
            <a:ext cx="247469" cy="392302"/>
            <a:chOff x="6718575" y="2318625"/>
            <a:chExt cx="256950" cy="407375"/>
          </a:xfrm>
        </p:grpSpPr>
        <p:sp>
          <p:nvSpPr>
            <p:cNvPr id="101" name="Google Shape;101;p4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4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4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4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4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4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4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12175" cap="rnd" cmpd="sng">
              <a:solidFill>
                <a:srgbClr val="19BB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" name="Google Shape;109;p4"/>
          <p:cNvGrpSpPr/>
          <p:nvPr/>
        </p:nvGrpSpPr>
        <p:grpSpPr>
          <a:xfrm>
            <a:off x="1229484" y="3310481"/>
            <a:ext cx="342882" cy="350068"/>
            <a:chOff x="3951850" y="2985350"/>
            <a:chExt cx="407950" cy="416500"/>
          </a:xfrm>
        </p:grpSpPr>
        <p:sp>
          <p:nvSpPr>
            <p:cNvPr id="110" name="Google Shape;110;p4"/>
            <p:cNvSpPr/>
            <p:nvPr/>
          </p:nvSpPr>
          <p:spPr>
            <a:xfrm>
              <a:off x="3951850" y="2985350"/>
              <a:ext cx="314800" cy="314825"/>
            </a:xfrm>
            <a:custGeom>
              <a:avLst/>
              <a:gdLst/>
              <a:ahLst/>
              <a:cxnLst/>
              <a:rect l="l" t="t" r="r" b="b"/>
              <a:pathLst>
                <a:path w="12592" h="12593" fill="none" extrusionOk="0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4"/>
            <p:cNvSpPr/>
            <p:nvPr/>
          </p:nvSpPr>
          <p:spPr>
            <a:xfrm>
              <a:off x="3988375" y="3021875"/>
              <a:ext cx="241750" cy="241750"/>
            </a:xfrm>
            <a:custGeom>
              <a:avLst/>
              <a:gdLst/>
              <a:ahLst/>
              <a:cxnLst/>
              <a:rect l="l" t="t" r="r" b="b"/>
              <a:pathLst>
                <a:path w="9670" h="9670" fill="none" extrusionOk="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4"/>
            <p:cNvSpPr/>
            <p:nvPr/>
          </p:nvSpPr>
          <p:spPr>
            <a:xfrm>
              <a:off x="4024300" y="3058425"/>
              <a:ext cx="84650" cy="84650"/>
            </a:xfrm>
            <a:custGeom>
              <a:avLst/>
              <a:gdLst/>
              <a:ahLst/>
              <a:cxnLst/>
              <a:rect l="l" t="t" r="r" b="b"/>
              <a:pathLst>
                <a:path w="3386" h="3386" fill="none" extrusionOk="0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4205750" y="3248375"/>
              <a:ext cx="154050" cy="153475"/>
            </a:xfrm>
            <a:custGeom>
              <a:avLst/>
              <a:gdLst/>
              <a:ahLst/>
              <a:cxnLst/>
              <a:rect l="l" t="t" r="r" b="b"/>
              <a:pathLst>
                <a:path w="6162" h="6139" fill="none" extrusionOk="0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4"/>
          <p:cNvSpPr/>
          <p:nvPr/>
        </p:nvSpPr>
        <p:spPr>
          <a:xfrm rot="10800000" flipH="1">
            <a:off x="542924" y="3612175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9525" cap="flat" cmpd="sng">
            <a:solidFill>
              <a:srgbClr val="18476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"/>
          <p:cNvSpPr/>
          <p:nvPr/>
        </p:nvSpPr>
        <p:spPr>
          <a:xfrm rot="10800000" flipH="1">
            <a:off x="729000" y="424700"/>
            <a:ext cx="428700" cy="3711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"/>
          <p:cNvSpPr/>
          <p:nvPr/>
        </p:nvSpPr>
        <p:spPr>
          <a:xfrm rot="10800000" flipH="1">
            <a:off x="-115052" y="3996025"/>
            <a:ext cx="819900" cy="7098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"/>
          <p:cNvSpPr/>
          <p:nvPr/>
        </p:nvSpPr>
        <p:spPr>
          <a:xfrm rot="10800000" flipH="1">
            <a:off x="411200" y="258625"/>
            <a:ext cx="358800" cy="310500"/>
          </a:xfrm>
          <a:prstGeom prst="hexagon">
            <a:avLst>
              <a:gd name="adj" fmla="val 28678"/>
              <a:gd name="vf" fmla="val 115470"/>
            </a:avLst>
          </a:prstGeom>
          <a:noFill/>
          <a:ln w="19050" cap="flat" cmpd="sng">
            <a:solidFill>
              <a:srgbClr val="00E1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828838" y="3843208"/>
            <a:ext cx="248073" cy="248058"/>
          </a:xfrm>
          <a:custGeom>
            <a:avLst/>
            <a:gdLst/>
            <a:ahLst/>
            <a:cxnLst/>
            <a:rect l="l" t="t" r="r" b="b"/>
            <a:pathLst>
              <a:path w="17000" h="16999" extrusionOk="0">
                <a:moveTo>
                  <a:pt x="8769" y="5740"/>
                </a:moveTo>
                <a:lnTo>
                  <a:pt x="9037" y="5788"/>
                </a:lnTo>
                <a:lnTo>
                  <a:pt x="9282" y="5862"/>
                </a:lnTo>
                <a:lnTo>
                  <a:pt x="9550" y="5935"/>
                </a:lnTo>
                <a:lnTo>
                  <a:pt x="9794" y="6057"/>
                </a:lnTo>
                <a:lnTo>
                  <a:pt x="10014" y="6204"/>
                </a:lnTo>
                <a:lnTo>
                  <a:pt x="10234" y="6350"/>
                </a:lnTo>
                <a:lnTo>
                  <a:pt x="10454" y="6546"/>
                </a:lnTo>
                <a:lnTo>
                  <a:pt x="10649" y="6765"/>
                </a:lnTo>
                <a:lnTo>
                  <a:pt x="10796" y="6985"/>
                </a:lnTo>
                <a:lnTo>
                  <a:pt x="10942" y="7205"/>
                </a:lnTo>
                <a:lnTo>
                  <a:pt x="11064" y="7449"/>
                </a:lnTo>
                <a:lnTo>
                  <a:pt x="11138" y="7718"/>
                </a:lnTo>
                <a:lnTo>
                  <a:pt x="11211" y="7962"/>
                </a:lnTo>
                <a:lnTo>
                  <a:pt x="11260" y="8231"/>
                </a:lnTo>
                <a:lnTo>
                  <a:pt x="11260" y="8499"/>
                </a:lnTo>
                <a:lnTo>
                  <a:pt x="11260" y="8768"/>
                </a:lnTo>
                <a:lnTo>
                  <a:pt x="11211" y="9037"/>
                </a:lnTo>
                <a:lnTo>
                  <a:pt x="11138" y="9281"/>
                </a:lnTo>
                <a:lnTo>
                  <a:pt x="11064" y="9550"/>
                </a:lnTo>
                <a:lnTo>
                  <a:pt x="10942" y="9794"/>
                </a:lnTo>
                <a:lnTo>
                  <a:pt x="10796" y="10014"/>
                </a:lnTo>
                <a:lnTo>
                  <a:pt x="10649" y="10233"/>
                </a:lnTo>
                <a:lnTo>
                  <a:pt x="10454" y="10453"/>
                </a:lnTo>
                <a:lnTo>
                  <a:pt x="10234" y="10649"/>
                </a:lnTo>
                <a:lnTo>
                  <a:pt x="10014" y="10795"/>
                </a:lnTo>
                <a:lnTo>
                  <a:pt x="9794" y="10942"/>
                </a:lnTo>
                <a:lnTo>
                  <a:pt x="9550" y="11064"/>
                </a:lnTo>
                <a:lnTo>
                  <a:pt x="9282" y="11137"/>
                </a:lnTo>
                <a:lnTo>
                  <a:pt x="9037" y="11210"/>
                </a:lnTo>
                <a:lnTo>
                  <a:pt x="8769" y="11259"/>
                </a:lnTo>
                <a:lnTo>
                  <a:pt x="8231" y="11259"/>
                </a:lnTo>
                <a:lnTo>
                  <a:pt x="7963" y="11210"/>
                </a:lnTo>
                <a:lnTo>
                  <a:pt x="7719" y="11137"/>
                </a:lnTo>
                <a:lnTo>
                  <a:pt x="7450" y="11064"/>
                </a:lnTo>
                <a:lnTo>
                  <a:pt x="7206" y="10942"/>
                </a:lnTo>
                <a:lnTo>
                  <a:pt x="6986" y="10795"/>
                </a:lnTo>
                <a:lnTo>
                  <a:pt x="6766" y="10649"/>
                </a:lnTo>
                <a:lnTo>
                  <a:pt x="6546" y="10453"/>
                </a:lnTo>
                <a:lnTo>
                  <a:pt x="6351" y="10233"/>
                </a:lnTo>
                <a:lnTo>
                  <a:pt x="6204" y="10014"/>
                </a:lnTo>
                <a:lnTo>
                  <a:pt x="6058" y="9794"/>
                </a:lnTo>
                <a:lnTo>
                  <a:pt x="5936" y="9550"/>
                </a:lnTo>
                <a:lnTo>
                  <a:pt x="5862" y="9281"/>
                </a:lnTo>
                <a:lnTo>
                  <a:pt x="5789" y="9037"/>
                </a:lnTo>
                <a:lnTo>
                  <a:pt x="5740" y="8768"/>
                </a:lnTo>
                <a:lnTo>
                  <a:pt x="5740" y="8499"/>
                </a:lnTo>
                <a:lnTo>
                  <a:pt x="5740" y="8231"/>
                </a:lnTo>
                <a:lnTo>
                  <a:pt x="5789" y="7962"/>
                </a:lnTo>
                <a:lnTo>
                  <a:pt x="5862" y="7718"/>
                </a:lnTo>
                <a:lnTo>
                  <a:pt x="5936" y="7449"/>
                </a:lnTo>
                <a:lnTo>
                  <a:pt x="6058" y="7205"/>
                </a:lnTo>
                <a:lnTo>
                  <a:pt x="6204" y="6985"/>
                </a:lnTo>
                <a:lnTo>
                  <a:pt x="6351" y="6765"/>
                </a:lnTo>
                <a:lnTo>
                  <a:pt x="6546" y="6546"/>
                </a:lnTo>
                <a:lnTo>
                  <a:pt x="6766" y="6350"/>
                </a:lnTo>
                <a:lnTo>
                  <a:pt x="6986" y="6204"/>
                </a:lnTo>
                <a:lnTo>
                  <a:pt x="7206" y="6057"/>
                </a:lnTo>
                <a:lnTo>
                  <a:pt x="7450" y="5935"/>
                </a:lnTo>
                <a:lnTo>
                  <a:pt x="7719" y="5862"/>
                </a:lnTo>
                <a:lnTo>
                  <a:pt x="7963" y="5788"/>
                </a:lnTo>
                <a:lnTo>
                  <a:pt x="8231" y="5740"/>
                </a:lnTo>
                <a:close/>
                <a:moveTo>
                  <a:pt x="7914" y="0"/>
                </a:moveTo>
                <a:lnTo>
                  <a:pt x="7743" y="25"/>
                </a:lnTo>
                <a:lnTo>
                  <a:pt x="7596" y="73"/>
                </a:lnTo>
                <a:lnTo>
                  <a:pt x="7474" y="147"/>
                </a:lnTo>
                <a:lnTo>
                  <a:pt x="7328" y="244"/>
                </a:lnTo>
                <a:lnTo>
                  <a:pt x="7230" y="342"/>
                </a:lnTo>
                <a:lnTo>
                  <a:pt x="7132" y="489"/>
                </a:lnTo>
                <a:lnTo>
                  <a:pt x="7084" y="635"/>
                </a:lnTo>
                <a:lnTo>
                  <a:pt x="7035" y="782"/>
                </a:lnTo>
                <a:lnTo>
                  <a:pt x="6839" y="2540"/>
                </a:lnTo>
                <a:lnTo>
                  <a:pt x="6497" y="2638"/>
                </a:lnTo>
                <a:lnTo>
                  <a:pt x="6131" y="2784"/>
                </a:lnTo>
                <a:lnTo>
                  <a:pt x="5789" y="2931"/>
                </a:lnTo>
                <a:lnTo>
                  <a:pt x="5447" y="3102"/>
                </a:lnTo>
                <a:lnTo>
                  <a:pt x="4079" y="2027"/>
                </a:lnTo>
                <a:lnTo>
                  <a:pt x="3933" y="1930"/>
                </a:lnTo>
                <a:lnTo>
                  <a:pt x="3786" y="1881"/>
                </a:lnTo>
                <a:lnTo>
                  <a:pt x="3640" y="1832"/>
                </a:lnTo>
                <a:lnTo>
                  <a:pt x="3493" y="1832"/>
                </a:lnTo>
                <a:lnTo>
                  <a:pt x="3322" y="1856"/>
                </a:lnTo>
                <a:lnTo>
                  <a:pt x="3176" y="1905"/>
                </a:lnTo>
                <a:lnTo>
                  <a:pt x="3029" y="1978"/>
                </a:lnTo>
                <a:lnTo>
                  <a:pt x="2907" y="2076"/>
                </a:lnTo>
                <a:lnTo>
                  <a:pt x="2077" y="2907"/>
                </a:lnTo>
                <a:lnTo>
                  <a:pt x="1979" y="3029"/>
                </a:lnTo>
                <a:lnTo>
                  <a:pt x="1906" y="3175"/>
                </a:lnTo>
                <a:lnTo>
                  <a:pt x="1857" y="3322"/>
                </a:lnTo>
                <a:lnTo>
                  <a:pt x="1833" y="3493"/>
                </a:lnTo>
                <a:lnTo>
                  <a:pt x="1833" y="3639"/>
                </a:lnTo>
                <a:lnTo>
                  <a:pt x="1881" y="3786"/>
                </a:lnTo>
                <a:lnTo>
                  <a:pt x="1930" y="3932"/>
                </a:lnTo>
                <a:lnTo>
                  <a:pt x="2028" y="4079"/>
                </a:lnTo>
                <a:lnTo>
                  <a:pt x="3103" y="5447"/>
                </a:lnTo>
                <a:lnTo>
                  <a:pt x="2932" y="5788"/>
                </a:lnTo>
                <a:lnTo>
                  <a:pt x="2785" y="6130"/>
                </a:lnTo>
                <a:lnTo>
                  <a:pt x="2639" y="6497"/>
                </a:lnTo>
                <a:lnTo>
                  <a:pt x="2541" y="6839"/>
                </a:lnTo>
                <a:lnTo>
                  <a:pt x="782" y="7034"/>
                </a:lnTo>
                <a:lnTo>
                  <a:pt x="636" y="7083"/>
                </a:lnTo>
                <a:lnTo>
                  <a:pt x="489" y="7132"/>
                </a:lnTo>
                <a:lnTo>
                  <a:pt x="343" y="7229"/>
                </a:lnTo>
                <a:lnTo>
                  <a:pt x="245" y="7327"/>
                </a:lnTo>
                <a:lnTo>
                  <a:pt x="147" y="7474"/>
                </a:lnTo>
                <a:lnTo>
                  <a:pt x="74" y="7596"/>
                </a:lnTo>
                <a:lnTo>
                  <a:pt x="25" y="7742"/>
                </a:lnTo>
                <a:lnTo>
                  <a:pt x="1" y="7913"/>
                </a:lnTo>
                <a:lnTo>
                  <a:pt x="1" y="9086"/>
                </a:lnTo>
                <a:lnTo>
                  <a:pt x="25" y="9257"/>
                </a:lnTo>
                <a:lnTo>
                  <a:pt x="74" y="9403"/>
                </a:lnTo>
                <a:lnTo>
                  <a:pt x="147" y="9525"/>
                </a:lnTo>
                <a:lnTo>
                  <a:pt x="245" y="9672"/>
                </a:lnTo>
                <a:lnTo>
                  <a:pt x="343" y="9769"/>
                </a:lnTo>
                <a:lnTo>
                  <a:pt x="489" y="9867"/>
                </a:lnTo>
                <a:lnTo>
                  <a:pt x="636" y="9916"/>
                </a:lnTo>
                <a:lnTo>
                  <a:pt x="782" y="9965"/>
                </a:lnTo>
                <a:lnTo>
                  <a:pt x="2541" y="10160"/>
                </a:lnTo>
                <a:lnTo>
                  <a:pt x="2639" y="10502"/>
                </a:lnTo>
                <a:lnTo>
                  <a:pt x="2785" y="10868"/>
                </a:lnTo>
                <a:lnTo>
                  <a:pt x="2932" y="11210"/>
                </a:lnTo>
                <a:lnTo>
                  <a:pt x="3103" y="11552"/>
                </a:lnTo>
                <a:lnTo>
                  <a:pt x="2028" y="12920"/>
                </a:lnTo>
                <a:lnTo>
                  <a:pt x="1930" y="13067"/>
                </a:lnTo>
                <a:lnTo>
                  <a:pt x="1881" y="13213"/>
                </a:lnTo>
                <a:lnTo>
                  <a:pt x="1833" y="13360"/>
                </a:lnTo>
                <a:lnTo>
                  <a:pt x="1833" y="13506"/>
                </a:lnTo>
                <a:lnTo>
                  <a:pt x="1857" y="13677"/>
                </a:lnTo>
                <a:lnTo>
                  <a:pt x="1906" y="13824"/>
                </a:lnTo>
                <a:lnTo>
                  <a:pt x="1979" y="13970"/>
                </a:lnTo>
                <a:lnTo>
                  <a:pt x="2077" y="14092"/>
                </a:lnTo>
                <a:lnTo>
                  <a:pt x="2907" y="14923"/>
                </a:lnTo>
                <a:lnTo>
                  <a:pt x="3029" y="15020"/>
                </a:lnTo>
                <a:lnTo>
                  <a:pt x="3176" y="15094"/>
                </a:lnTo>
                <a:lnTo>
                  <a:pt x="3322" y="15142"/>
                </a:lnTo>
                <a:lnTo>
                  <a:pt x="3493" y="15167"/>
                </a:lnTo>
                <a:lnTo>
                  <a:pt x="3640" y="15167"/>
                </a:lnTo>
                <a:lnTo>
                  <a:pt x="3786" y="15118"/>
                </a:lnTo>
                <a:lnTo>
                  <a:pt x="3933" y="15069"/>
                </a:lnTo>
                <a:lnTo>
                  <a:pt x="4079" y="14996"/>
                </a:lnTo>
                <a:lnTo>
                  <a:pt x="5447" y="13897"/>
                </a:lnTo>
                <a:lnTo>
                  <a:pt x="5789" y="14068"/>
                </a:lnTo>
                <a:lnTo>
                  <a:pt x="6131" y="14214"/>
                </a:lnTo>
                <a:lnTo>
                  <a:pt x="6497" y="14361"/>
                </a:lnTo>
                <a:lnTo>
                  <a:pt x="6839" y="14459"/>
                </a:lnTo>
                <a:lnTo>
                  <a:pt x="7035" y="16217"/>
                </a:lnTo>
                <a:lnTo>
                  <a:pt x="7084" y="16364"/>
                </a:lnTo>
                <a:lnTo>
                  <a:pt x="7132" y="16510"/>
                </a:lnTo>
                <a:lnTo>
                  <a:pt x="7230" y="16657"/>
                </a:lnTo>
                <a:lnTo>
                  <a:pt x="7328" y="16754"/>
                </a:lnTo>
                <a:lnTo>
                  <a:pt x="7474" y="16852"/>
                </a:lnTo>
                <a:lnTo>
                  <a:pt x="7596" y="16925"/>
                </a:lnTo>
                <a:lnTo>
                  <a:pt x="7743" y="16974"/>
                </a:lnTo>
                <a:lnTo>
                  <a:pt x="7914" y="16999"/>
                </a:lnTo>
                <a:lnTo>
                  <a:pt x="9086" y="16999"/>
                </a:lnTo>
                <a:lnTo>
                  <a:pt x="9257" y="16974"/>
                </a:lnTo>
                <a:lnTo>
                  <a:pt x="9404" y="16925"/>
                </a:lnTo>
                <a:lnTo>
                  <a:pt x="9526" y="16852"/>
                </a:lnTo>
                <a:lnTo>
                  <a:pt x="9672" y="16754"/>
                </a:lnTo>
                <a:lnTo>
                  <a:pt x="9770" y="16657"/>
                </a:lnTo>
                <a:lnTo>
                  <a:pt x="9868" y="16510"/>
                </a:lnTo>
                <a:lnTo>
                  <a:pt x="9917" y="16364"/>
                </a:lnTo>
                <a:lnTo>
                  <a:pt x="9965" y="16217"/>
                </a:lnTo>
                <a:lnTo>
                  <a:pt x="10161" y="14459"/>
                </a:lnTo>
                <a:lnTo>
                  <a:pt x="10503" y="14361"/>
                </a:lnTo>
                <a:lnTo>
                  <a:pt x="10869" y="14214"/>
                </a:lnTo>
                <a:lnTo>
                  <a:pt x="11211" y="14068"/>
                </a:lnTo>
                <a:lnTo>
                  <a:pt x="11553" y="13897"/>
                </a:lnTo>
                <a:lnTo>
                  <a:pt x="12921" y="14996"/>
                </a:lnTo>
                <a:lnTo>
                  <a:pt x="13067" y="15069"/>
                </a:lnTo>
                <a:lnTo>
                  <a:pt x="13214" y="15118"/>
                </a:lnTo>
                <a:lnTo>
                  <a:pt x="13360" y="15167"/>
                </a:lnTo>
                <a:lnTo>
                  <a:pt x="13507" y="15167"/>
                </a:lnTo>
                <a:lnTo>
                  <a:pt x="13678" y="15142"/>
                </a:lnTo>
                <a:lnTo>
                  <a:pt x="13824" y="15094"/>
                </a:lnTo>
                <a:lnTo>
                  <a:pt x="13971" y="15020"/>
                </a:lnTo>
                <a:lnTo>
                  <a:pt x="14093" y="14923"/>
                </a:lnTo>
                <a:lnTo>
                  <a:pt x="14923" y="14092"/>
                </a:lnTo>
                <a:lnTo>
                  <a:pt x="15021" y="13970"/>
                </a:lnTo>
                <a:lnTo>
                  <a:pt x="15094" y="13824"/>
                </a:lnTo>
                <a:lnTo>
                  <a:pt x="15143" y="13677"/>
                </a:lnTo>
                <a:lnTo>
                  <a:pt x="15168" y="13506"/>
                </a:lnTo>
                <a:lnTo>
                  <a:pt x="15168" y="13360"/>
                </a:lnTo>
                <a:lnTo>
                  <a:pt x="15119" y="13213"/>
                </a:lnTo>
                <a:lnTo>
                  <a:pt x="15070" y="13067"/>
                </a:lnTo>
                <a:lnTo>
                  <a:pt x="14997" y="12920"/>
                </a:lnTo>
                <a:lnTo>
                  <a:pt x="13898" y="11552"/>
                </a:lnTo>
                <a:lnTo>
                  <a:pt x="14068" y="11210"/>
                </a:lnTo>
                <a:lnTo>
                  <a:pt x="14215" y="10868"/>
                </a:lnTo>
                <a:lnTo>
                  <a:pt x="14362" y="10502"/>
                </a:lnTo>
                <a:lnTo>
                  <a:pt x="14459" y="10160"/>
                </a:lnTo>
                <a:lnTo>
                  <a:pt x="16218" y="9965"/>
                </a:lnTo>
                <a:lnTo>
                  <a:pt x="16364" y="9916"/>
                </a:lnTo>
                <a:lnTo>
                  <a:pt x="16511" y="9867"/>
                </a:lnTo>
                <a:lnTo>
                  <a:pt x="16657" y="9769"/>
                </a:lnTo>
                <a:lnTo>
                  <a:pt x="16755" y="9672"/>
                </a:lnTo>
                <a:lnTo>
                  <a:pt x="16853" y="9525"/>
                </a:lnTo>
                <a:lnTo>
                  <a:pt x="16926" y="9403"/>
                </a:lnTo>
                <a:lnTo>
                  <a:pt x="16975" y="9257"/>
                </a:lnTo>
                <a:lnTo>
                  <a:pt x="16999" y="9086"/>
                </a:lnTo>
                <a:lnTo>
                  <a:pt x="16999" y="7913"/>
                </a:lnTo>
                <a:lnTo>
                  <a:pt x="16975" y="7742"/>
                </a:lnTo>
                <a:lnTo>
                  <a:pt x="16926" y="7596"/>
                </a:lnTo>
                <a:lnTo>
                  <a:pt x="16853" y="7474"/>
                </a:lnTo>
                <a:lnTo>
                  <a:pt x="16755" y="7327"/>
                </a:lnTo>
                <a:lnTo>
                  <a:pt x="16657" y="7229"/>
                </a:lnTo>
                <a:lnTo>
                  <a:pt x="16511" y="7132"/>
                </a:lnTo>
                <a:lnTo>
                  <a:pt x="16364" y="7083"/>
                </a:lnTo>
                <a:lnTo>
                  <a:pt x="16218" y="7034"/>
                </a:lnTo>
                <a:lnTo>
                  <a:pt x="14459" y="6839"/>
                </a:lnTo>
                <a:lnTo>
                  <a:pt x="14362" y="6497"/>
                </a:lnTo>
                <a:lnTo>
                  <a:pt x="14215" y="6130"/>
                </a:lnTo>
                <a:lnTo>
                  <a:pt x="14068" y="5788"/>
                </a:lnTo>
                <a:lnTo>
                  <a:pt x="13898" y="5447"/>
                </a:lnTo>
                <a:lnTo>
                  <a:pt x="14997" y="4079"/>
                </a:lnTo>
                <a:lnTo>
                  <a:pt x="15070" y="3932"/>
                </a:lnTo>
                <a:lnTo>
                  <a:pt x="15119" y="3786"/>
                </a:lnTo>
                <a:lnTo>
                  <a:pt x="15168" y="3639"/>
                </a:lnTo>
                <a:lnTo>
                  <a:pt x="15168" y="3493"/>
                </a:lnTo>
                <a:lnTo>
                  <a:pt x="15143" y="3322"/>
                </a:lnTo>
                <a:lnTo>
                  <a:pt x="15094" y="3175"/>
                </a:lnTo>
                <a:lnTo>
                  <a:pt x="15021" y="3029"/>
                </a:lnTo>
                <a:lnTo>
                  <a:pt x="14923" y="2907"/>
                </a:lnTo>
                <a:lnTo>
                  <a:pt x="14093" y="2076"/>
                </a:lnTo>
                <a:lnTo>
                  <a:pt x="13971" y="1978"/>
                </a:lnTo>
                <a:lnTo>
                  <a:pt x="13824" y="1905"/>
                </a:lnTo>
                <a:lnTo>
                  <a:pt x="13678" y="1856"/>
                </a:lnTo>
                <a:lnTo>
                  <a:pt x="13507" y="1832"/>
                </a:lnTo>
                <a:lnTo>
                  <a:pt x="13360" y="1832"/>
                </a:lnTo>
                <a:lnTo>
                  <a:pt x="13214" y="1881"/>
                </a:lnTo>
                <a:lnTo>
                  <a:pt x="13067" y="1930"/>
                </a:lnTo>
                <a:lnTo>
                  <a:pt x="12921" y="2027"/>
                </a:lnTo>
                <a:lnTo>
                  <a:pt x="11553" y="3102"/>
                </a:lnTo>
                <a:lnTo>
                  <a:pt x="11211" y="2931"/>
                </a:lnTo>
                <a:lnTo>
                  <a:pt x="10869" y="2784"/>
                </a:lnTo>
                <a:lnTo>
                  <a:pt x="10503" y="2638"/>
                </a:lnTo>
                <a:lnTo>
                  <a:pt x="10161" y="2540"/>
                </a:lnTo>
                <a:lnTo>
                  <a:pt x="9965" y="782"/>
                </a:lnTo>
                <a:lnTo>
                  <a:pt x="9917" y="635"/>
                </a:lnTo>
                <a:lnTo>
                  <a:pt x="9868" y="489"/>
                </a:lnTo>
                <a:lnTo>
                  <a:pt x="9770" y="342"/>
                </a:lnTo>
                <a:lnTo>
                  <a:pt x="9672" y="244"/>
                </a:lnTo>
                <a:lnTo>
                  <a:pt x="9526" y="147"/>
                </a:lnTo>
                <a:lnTo>
                  <a:pt x="9404" y="73"/>
                </a:lnTo>
                <a:lnTo>
                  <a:pt x="9257" y="25"/>
                </a:lnTo>
                <a:lnTo>
                  <a:pt x="9086" y="0"/>
                </a:lnTo>
                <a:close/>
              </a:path>
            </a:pathLst>
          </a:cu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" name="Google Shape;119;p4"/>
          <p:cNvGrpSpPr/>
          <p:nvPr/>
        </p:nvGrpSpPr>
        <p:grpSpPr>
          <a:xfrm>
            <a:off x="67092" y="1681690"/>
            <a:ext cx="455624" cy="437054"/>
            <a:chOff x="5241175" y="4959100"/>
            <a:chExt cx="539775" cy="517775"/>
          </a:xfrm>
        </p:grpSpPr>
        <p:sp>
          <p:nvSpPr>
            <p:cNvPr id="120" name="Google Shape;120;p4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l" t="t" r="r" b="b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4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l" t="t" r="r" b="b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4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l" t="t" r="r" b="b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4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l" t="t" r="r" b="b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4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l" t="t" r="r" b="b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4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l" t="t" r="r" b="b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4"/>
          <p:cNvSpPr/>
          <p:nvPr/>
        </p:nvSpPr>
        <p:spPr>
          <a:xfrm>
            <a:off x="144926" y="4214500"/>
            <a:ext cx="299952" cy="272838"/>
          </a:xfrm>
          <a:custGeom>
            <a:avLst/>
            <a:gdLst/>
            <a:ahLst/>
            <a:cxnLst/>
            <a:rect l="l" t="t" r="r" b="b"/>
            <a:pathLst>
              <a:path w="16218" h="14752" extrusionOk="0">
                <a:moveTo>
                  <a:pt x="7694" y="0"/>
                </a:moveTo>
                <a:lnTo>
                  <a:pt x="7279" y="25"/>
                </a:lnTo>
                <a:lnTo>
                  <a:pt x="6863" y="74"/>
                </a:lnTo>
                <a:lnTo>
                  <a:pt x="6473" y="123"/>
                </a:lnTo>
                <a:lnTo>
                  <a:pt x="6082" y="196"/>
                </a:lnTo>
                <a:lnTo>
                  <a:pt x="5691" y="293"/>
                </a:lnTo>
                <a:lnTo>
                  <a:pt x="5325" y="416"/>
                </a:lnTo>
                <a:lnTo>
                  <a:pt x="4958" y="538"/>
                </a:lnTo>
                <a:lnTo>
                  <a:pt x="4592" y="660"/>
                </a:lnTo>
                <a:lnTo>
                  <a:pt x="4250" y="831"/>
                </a:lnTo>
                <a:lnTo>
                  <a:pt x="3908" y="977"/>
                </a:lnTo>
                <a:lnTo>
                  <a:pt x="3566" y="1173"/>
                </a:lnTo>
                <a:lnTo>
                  <a:pt x="3249" y="1368"/>
                </a:lnTo>
                <a:lnTo>
                  <a:pt x="2956" y="1563"/>
                </a:lnTo>
                <a:lnTo>
                  <a:pt x="2663" y="1783"/>
                </a:lnTo>
                <a:lnTo>
                  <a:pt x="2370" y="2003"/>
                </a:lnTo>
                <a:lnTo>
                  <a:pt x="2101" y="2247"/>
                </a:lnTo>
                <a:lnTo>
                  <a:pt x="1857" y="2492"/>
                </a:lnTo>
                <a:lnTo>
                  <a:pt x="1612" y="2760"/>
                </a:lnTo>
                <a:lnTo>
                  <a:pt x="1393" y="3029"/>
                </a:lnTo>
                <a:lnTo>
                  <a:pt x="1173" y="3298"/>
                </a:lnTo>
                <a:lnTo>
                  <a:pt x="977" y="3591"/>
                </a:lnTo>
                <a:lnTo>
                  <a:pt x="807" y="3884"/>
                </a:lnTo>
                <a:lnTo>
                  <a:pt x="636" y="4201"/>
                </a:lnTo>
                <a:lnTo>
                  <a:pt x="489" y="4519"/>
                </a:lnTo>
                <a:lnTo>
                  <a:pt x="367" y="4836"/>
                </a:lnTo>
                <a:lnTo>
                  <a:pt x="245" y="5154"/>
                </a:lnTo>
                <a:lnTo>
                  <a:pt x="172" y="5496"/>
                </a:lnTo>
                <a:lnTo>
                  <a:pt x="98" y="5838"/>
                </a:lnTo>
                <a:lnTo>
                  <a:pt x="49" y="6179"/>
                </a:lnTo>
                <a:lnTo>
                  <a:pt x="1" y="6521"/>
                </a:lnTo>
                <a:lnTo>
                  <a:pt x="1" y="6888"/>
                </a:lnTo>
                <a:lnTo>
                  <a:pt x="1" y="7254"/>
                </a:lnTo>
                <a:lnTo>
                  <a:pt x="49" y="7645"/>
                </a:lnTo>
                <a:lnTo>
                  <a:pt x="98" y="8011"/>
                </a:lnTo>
                <a:lnTo>
                  <a:pt x="196" y="8353"/>
                </a:lnTo>
                <a:lnTo>
                  <a:pt x="294" y="8719"/>
                </a:lnTo>
                <a:lnTo>
                  <a:pt x="416" y="9061"/>
                </a:lnTo>
                <a:lnTo>
                  <a:pt x="562" y="9403"/>
                </a:lnTo>
                <a:lnTo>
                  <a:pt x="733" y="9745"/>
                </a:lnTo>
                <a:lnTo>
                  <a:pt x="904" y="10063"/>
                </a:lnTo>
                <a:lnTo>
                  <a:pt x="1100" y="10356"/>
                </a:lnTo>
                <a:lnTo>
                  <a:pt x="1344" y="10673"/>
                </a:lnTo>
                <a:lnTo>
                  <a:pt x="1564" y="10966"/>
                </a:lnTo>
                <a:lnTo>
                  <a:pt x="1832" y="11235"/>
                </a:lnTo>
                <a:lnTo>
                  <a:pt x="2101" y="11504"/>
                </a:lnTo>
                <a:lnTo>
                  <a:pt x="2394" y="11772"/>
                </a:lnTo>
                <a:lnTo>
                  <a:pt x="2687" y="12017"/>
                </a:lnTo>
                <a:lnTo>
                  <a:pt x="2492" y="12383"/>
                </a:lnTo>
                <a:lnTo>
                  <a:pt x="2272" y="12749"/>
                </a:lnTo>
                <a:lnTo>
                  <a:pt x="2028" y="13140"/>
                </a:lnTo>
                <a:lnTo>
                  <a:pt x="1710" y="13506"/>
                </a:lnTo>
                <a:lnTo>
                  <a:pt x="1368" y="13873"/>
                </a:lnTo>
                <a:lnTo>
                  <a:pt x="1173" y="14044"/>
                </a:lnTo>
                <a:lnTo>
                  <a:pt x="953" y="14190"/>
                </a:lnTo>
                <a:lnTo>
                  <a:pt x="733" y="14337"/>
                </a:lnTo>
                <a:lnTo>
                  <a:pt x="513" y="14483"/>
                </a:lnTo>
                <a:lnTo>
                  <a:pt x="269" y="14581"/>
                </a:lnTo>
                <a:lnTo>
                  <a:pt x="1" y="14703"/>
                </a:lnTo>
                <a:lnTo>
                  <a:pt x="123" y="14703"/>
                </a:lnTo>
                <a:lnTo>
                  <a:pt x="489" y="14752"/>
                </a:lnTo>
                <a:lnTo>
                  <a:pt x="1368" y="14752"/>
                </a:lnTo>
                <a:lnTo>
                  <a:pt x="1710" y="14728"/>
                </a:lnTo>
                <a:lnTo>
                  <a:pt x="2101" y="14654"/>
                </a:lnTo>
                <a:lnTo>
                  <a:pt x="2492" y="14581"/>
                </a:lnTo>
                <a:lnTo>
                  <a:pt x="2907" y="14459"/>
                </a:lnTo>
                <a:lnTo>
                  <a:pt x="3322" y="14312"/>
                </a:lnTo>
                <a:lnTo>
                  <a:pt x="3762" y="14117"/>
                </a:lnTo>
                <a:lnTo>
                  <a:pt x="4177" y="13873"/>
                </a:lnTo>
                <a:lnTo>
                  <a:pt x="4592" y="13604"/>
                </a:lnTo>
                <a:lnTo>
                  <a:pt x="4983" y="13238"/>
                </a:lnTo>
                <a:lnTo>
                  <a:pt x="5349" y="13360"/>
                </a:lnTo>
                <a:lnTo>
                  <a:pt x="5716" y="13482"/>
                </a:lnTo>
                <a:lnTo>
                  <a:pt x="6106" y="13555"/>
                </a:lnTo>
                <a:lnTo>
                  <a:pt x="6497" y="13628"/>
                </a:lnTo>
                <a:lnTo>
                  <a:pt x="6888" y="13702"/>
                </a:lnTo>
                <a:lnTo>
                  <a:pt x="7279" y="13751"/>
                </a:lnTo>
                <a:lnTo>
                  <a:pt x="7694" y="13775"/>
                </a:lnTo>
                <a:lnTo>
                  <a:pt x="8524" y="13775"/>
                </a:lnTo>
                <a:lnTo>
                  <a:pt x="8939" y="13751"/>
                </a:lnTo>
                <a:lnTo>
                  <a:pt x="9355" y="13702"/>
                </a:lnTo>
                <a:lnTo>
                  <a:pt x="9745" y="13628"/>
                </a:lnTo>
                <a:lnTo>
                  <a:pt x="10136" y="13555"/>
                </a:lnTo>
                <a:lnTo>
                  <a:pt x="10527" y="13458"/>
                </a:lnTo>
                <a:lnTo>
                  <a:pt x="10893" y="13360"/>
                </a:lnTo>
                <a:lnTo>
                  <a:pt x="11260" y="13238"/>
                </a:lnTo>
                <a:lnTo>
                  <a:pt x="11626" y="13091"/>
                </a:lnTo>
                <a:lnTo>
                  <a:pt x="11968" y="12945"/>
                </a:lnTo>
                <a:lnTo>
                  <a:pt x="12310" y="12774"/>
                </a:lnTo>
                <a:lnTo>
                  <a:pt x="12652" y="12603"/>
                </a:lnTo>
                <a:lnTo>
                  <a:pt x="12969" y="12407"/>
                </a:lnTo>
                <a:lnTo>
                  <a:pt x="13262" y="12212"/>
                </a:lnTo>
                <a:lnTo>
                  <a:pt x="13555" y="11992"/>
                </a:lnTo>
                <a:lnTo>
                  <a:pt x="13848" y="11748"/>
                </a:lnTo>
                <a:lnTo>
                  <a:pt x="14117" y="11528"/>
                </a:lnTo>
                <a:lnTo>
                  <a:pt x="14361" y="11259"/>
                </a:lnTo>
                <a:lnTo>
                  <a:pt x="14606" y="11015"/>
                </a:lnTo>
                <a:lnTo>
                  <a:pt x="14825" y="10747"/>
                </a:lnTo>
                <a:lnTo>
                  <a:pt x="15045" y="10453"/>
                </a:lnTo>
                <a:lnTo>
                  <a:pt x="15241" y="10160"/>
                </a:lnTo>
                <a:lnTo>
                  <a:pt x="15412" y="9867"/>
                </a:lnTo>
                <a:lnTo>
                  <a:pt x="15582" y="9574"/>
                </a:lnTo>
                <a:lnTo>
                  <a:pt x="15729" y="9257"/>
                </a:lnTo>
                <a:lnTo>
                  <a:pt x="15851" y="8939"/>
                </a:lnTo>
                <a:lnTo>
                  <a:pt x="15973" y="8597"/>
                </a:lnTo>
                <a:lnTo>
                  <a:pt x="16047" y="8280"/>
                </a:lnTo>
                <a:lnTo>
                  <a:pt x="16120" y="7938"/>
                </a:lnTo>
                <a:lnTo>
                  <a:pt x="16169" y="7596"/>
                </a:lnTo>
                <a:lnTo>
                  <a:pt x="16217" y="7230"/>
                </a:lnTo>
                <a:lnTo>
                  <a:pt x="16217" y="6888"/>
                </a:lnTo>
                <a:lnTo>
                  <a:pt x="16217" y="6521"/>
                </a:lnTo>
                <a:lnTo>
                  <a:pt x="16169" y="6179"/>
                </a:lnTo>
                <a:lnTo>
                  <a:pt x="16120" y="5838"/>
                </a:lnTo>
                <a:lnTo>
                  <a:pt x="16047" y="5496"/>
                </a:lnTo>
                <a:lnTo>
                  <a:pt x="15973" y="5154"/>
                </a:lnTo>
                <a:lnTo>
                  <a:pt x="15851" y="4836"/>
                </a:lnTo>
                <a:lnTo>
                  <a:pt x="15729" y="4519"/>
                </a:lnTo>
                <a:lnTo>
                  <a:pt x="15582" y="4201"/>
                </a:lnTo>
                <a:lnTo>
                  <a:pt x="15412" y="3884"/>
                </a:lnTo>
                <a:lnTo>
                  <a:pt x="15241" y="3591"/>
                </a:lnTo>
                <a:lnTo>
                  <a:pt x="15045" y="3298"/>
                </a:lnTo>
                <a:lnTo>
                  <a:pt x="14825" y="3029"/>
                </a:lnTo>
                <a:lnTo>
                  <a:pt x="14606" y="2760"/>
                </a:lnTo>
                <a:lnTo>
                  <a:pt x="14361" y="2492"/>
                </a:lnTo>
                <a:lnTo>
                  <a:pt x="14117" y="2247"/>
                </a:lnTo>
                <a:lnTo>
                  <a:pt x="13848" y="2003"/>
                </a:lnTo>
                <a:lnTo>
                  <a:pt x="13555" y="1783"/>
                </a:lnTo>
                <a:lnTo>
                  <a:pt x="13262" y="1563"/>
                </a:lnTo>
                <a:lnTo>
                  <a:pt x="12969" y="1368"/>
                </a:lnTo>
                <a:lnTo>
                  <a:pt x="12652" y="1173"/>
                </a:lnTo>
                <a:lnTo>
                  <a:pt x="12310" y="977"/>
                </a:lnTo>
                <a:lnTo>
                  <a:pt x="11968" y="831"/>
                </a:lnTo>
                <a:lnTo>
                  <a:pt x="11626" y="660"/>
                </a:lnTo>
                <a:lnTo>
                  <a:pt x="11260" y="538"/>
                </a:lnTo>
                <a:lnTo>
                  <a:pt x="10893" y="416"/>
                </a:lnTo>
                <a:lnTo>
                  <a:pt x="10527" y="293"/>
                </a:lnTo>
                <a:lnTo>
                  <a:pt x="10136" y="196"/>
                </a:lnTo>
                <a:lnTo>
                  <a:pt x="9745" y="123"/>
                </a:lnTo>
                <a:lnTo>
                  <a:pt x="9355" y="74"/>
                </a:lnTo>
                <a:lnTo>
                  <a:pt x="8939" y="25"/>
                </a:lnTo>
                <a:lnTo>
                  <a:pt x="8524" y="0"/>
                </a:lnTo>
                <a:close/>
              </a:path>
            </a:pathLst>
          </a:cu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94000" y="1929581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rgbClr val="FFFFFF"/>
                </a:solidFill>
                <a:latin typeface="Nixie One"/>
                <a:ea typeface="Nixie One"/>
                <a:cs typeface="Nixie One"/>
                <a:sym typeface="Nixie One"/>
              </a:rPr>
              <a:t>“</a:t>
            </a:r>
            <a:endParaRPr sz="12000">
              <a:solidFill>
                <a:srgbClr val="FFFFFF"/>
              </a:solidFill>
              <a:latin typeface="Nixie One"/>
              <a:ea typeface="Nixie One"/>
              <a:cs typeface="Nixie One"/>
              <a:sym typeface="Nixie One"/>
            </a:endParaRPr>
          </a:p>
        </p:txBody>
      </p:sp>
      <p:sp>
        <p:nvSpPr>
          <p:cNvPr id="128" name="Google Shape;128;p4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1pPr>
            <a:lvl2pPr lvl="1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2pPr>
            <a:lvl3pPr lvl="2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3pPr>
            <a:lvl4pPr lvl="3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4pPr>
            <a:lvl5pPr lvl="4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5pPr>
            <a:lvl6pPr lvl="5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6pPr>
            <a:lvl7pPr lvl="6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7pPr>
            <a:lvl8pPr lvl="7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8pPr>
            <a:lvl9pPr lvl="8">
              <a:buNone/>
              <a:defRPr>
                <a:latin typeface="Nixie One"/>
                <a:ea typeface="Nixie One"/>
                <a:cs typeface="Nixie One"/>
                <a:sym typeface="Nixie On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"/>
          <p:cNvSpPr/>
          <p:nvPr/>
        </p:nvSpPr>
        <p:spPr>
          <a:xfrm rot="10800000" flipH="1">
            <a:off x="7663675" y="3684808"/>
            <a:ext cx="1034700" cy="895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30000" y="0"/>
                </a:moveTo>
                <a:lnTo>
                  <a:pt x="0" y="59994"/>
                </a:lnTo>
                <a:lnTo>
                  <a:pt x="30000" y="120000"/>
                </a:lnTo>
                <a:lnTo>
                  <a:pt x="90000" y="120000"/>
                </a:lnTo>
                <a:lnTo>
                  <a:pt x="120000" y="59994"/>
                </a:lnTo>
                <a:lnTo>
                  <a:pt x="90000" y="0"/>
                </a:lnTo>
                <a:lnTo>
                  <a:pt x="30000" y="0"/>
                </a:lnTo>
                <a:close/>
                <a:moveTo>
                  <a:pt x="38477" y="16950"/>
                </a:moveTo>
                <a:lnTo>
                  <a:pt x="81522" y="16950"/>
                </a:lnTo>
                <a:lnTo>
                  <a:pt x="103033" y="59994"/>
                </a:lnTo>
                <a:lnTo>
                  <a:pt x="81522" y="103038"/>
                </a:lnTo>
                <a:lnTo>
                  <a:pt x="38477" y="103038"/>
                </a:lnTo>
                <a:lnTo>
                  <a:pt x="16955" y="59994"/>
                </a:lnTo>
                <a:lnTo>
                  <a:pt x="38477" y="1695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lin ang="6983783" scaled="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2" name="Google Shape;172;p6"/>
          <p:cNvSpPr/>
          <p:nvPr/>
        </p:nvSpPr>
        <p:spPr>
          <a:xfrm rot="5400000">
            <a:off x="499599" y="157100"/>
            <a:ext cx="1146000" cy="132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60000" y="0"/>
                </a:moveTo>
                <a:lnTo>
                  <a:pt x="120000" y="30000"/>
                </a:lnTo>
                <a:lnTo>
                  <a:pt x="120000" y="90000"/>
                </a:lnTo>
                <a:lnTo>
                  <a:pt x="60000" y="120000"/>
                </a:lnTo>
                <a:lnTo>
                  <a:pt x="0" y="90000"/>
                </a:lnTo>
                <a:lnTo>
                  <a:pt x="0" y="30000"/>
                </a:lnTo>
                <a:close/>
              </a:path>
            </a:pathLst>
          </a:custGeom>
          <a:gradFill>
            <a:gsLst>
              <a:gs pos="0">
                <a:srgbClr val="3393E2"/>
              </a:gs>
              <a:gs pos="100000">
                <a:srgbClr val="00E2C7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3" name="Google Shape;173;p6"/>
          <p:cNvSpPr txBox="1">
            <a:spLocks noGrp="1"/>
          </p:cNvSpPr>
          <p:nvPr>
            <p:ph type="title"/>
          </p:nvPr>
        </p:nvSpPr>
        <p:spPr>
          <a:xfrm>
            <a:off x="1732700" y="1735600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6"/>
          <p:cNvSpPr txBox="1">
            <a:spLocks noGrp="1"/>
          </p:cNvSpPr>
          <p:nvPr>
            <p:ph type="body" idx="1"/>
          </p:nvPr>
        </p:nvSpPr>
        <p:spPr>
          <a:xfrm>
            <a:off x="1734000" y="2414450"/>
            <a:ext cx="26673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00"/>
              </a:spcBef>
              <a:spcAft>
                <a:spcPts val="0"/>
              </a:spcAft>
              <a:buSzPts val="1400"/>
              <a:buChar char="◇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￭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￮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5" name="Google Shape;175;p6"/>
          <p:cNvSpPr txBox="1">
            <a:spLocks noGrp="1"/>
          </p:cNvSpPr>
          <p:nvPr>
            <p:ph type="body" idx="2"/>
          </p:nvPr>
        </p:nvSpPr>
        <p:spPr>
          <a:xfrm>
            <a:off x="4562088" y="2414450"/>
            <a:ext cx="26673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00"/>
              </a:spcBef>
              <a:spcAft>
                <a:spcPts val="0"/>
              </a:spcAft>
              <a:buSzPts val="1400"/>
              <a:buChar char="◇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￭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￮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6" name="Google Shape;176;p6"/>
          <p:cNvSpPr/>
          <p:nvPr/>
        </p:nvSpPr>
        <p:spPr>
          <a:xfrm rot="10800000" flipH="1">
            <a:off x="-123826" y="1058975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9525" cap="flat" cmpd="sng">
            <a:solidFill>
              <a:srgbClr val="19BB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"/>
          <p:cNvSpPr/>
          <p:nvPr/>
        </p:nvSpPr>
        <p:spPr>
          <a:xfrm rot="10800000" flipH="1">
            <a:off x="638175" y="1440100"/>
            <a:ext cx="428700" cy="3711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6"/>
          <p:cNvSpPr/>
          <p:nvPr/>
        </p:nvSpPr>
        <p:spPr>
          <a:xfrm rot="10800000" flipH="1">
            <a:off x="1495424" y="-131650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76200" cap="flat" cmpd="sng">
            <a:solidFill>
              <a:srgbClr val="184769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"/>
          <p:cNvSpPr/>
          <p:nvPr/>
        </p:nvSpPr>
        <p:spPr>
          <a:xfrm rot="10800000" flipH="1">
            <a:off x="327800" y="88925"/>
            <a:ext cx="358800" cy="3105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00E1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" name="Google Shape;180;p6"/>
          <p:cNvGrpSpPr/>
          <p:nvPr/>
        </p:nvGrpSpPr>
        <p:grpSpPr>
          <a:xfrm>
            <a:off x="1729784" y="61068"/>
            <a:ext cx="351204" cy="324661"/>
            <a:chOff x="5975075" y="2327500"/>
            <a:chExt cx="420100" cy="388350"/>
          </a:xfrm>
        </p:grpSpPr>
        <p:sp>
          <p:nvSpPr>
            <p:cNvPr id="181" name="Google Shape;181;p6"/>
            <p:cNvSpPr/>
            <p:nvPr/>
          </p:nvSpPr>
          <p:spPr>
            <a:xfrm>
              <a:off x="5975075" y="2474650"/>
              <a:ext cx="98325" cy="220450"/>
            </a:xfrm>
            <a:custGeom>
              <a:avLst/>
              <a:gdLst/>
              <a:ahLst/>
              <a:cxnLst/>
              <a:rect l="l" t="t" r="r" b="b"/>
              <a:pathLst>
                <a:path w="3933" h="8818" extrusionOk="0">
                  <a:moveTo>
                    <a:pt x="2418" y="1002"/>
                  </a:moveTo>
                  <a:lnTo>
                    <a:pt x="2565" y="1027"/>
                  </a:lnTo>
                  <a:lnTo>
                    <a:pt x="2687" y="1075"/>
                  </a:lnTo>
                  <a:lnTo>
                    <a:pt x="2809" y="1124"/>
                  </a:lnTo>
                  <a:lnTo>
                    <a:pt x="2907" y="1222"/>
                  </a:lnTo>
                  <a:lnTo>
                    <a:pt x="3005" y="1320"/>
                  </a:lnTo>
                  <a:lnTo>
                    <a:pt x="3078" y="1442"/>
                  </a:lnTo>
                  <a:lnTo>
                    <a:pt x="3102" y="1564"/>
                  </a:lnTo>
                  <a:lnTo>
                    <a:pt x="3127" y="1710"/>
                  </a:lnTo>
                  <a:lnTo>
                    <a:pt x="3102" y="1857"/>
                  </a:lnTo>
                  <a:lnTo>
                    <a:pt x="3078" y="1979"/>
                  </a:lnTo>
                  <a:lnTo>
                    <a:pt x="3005" y="2101"/>
                  </a:lnTo>
                  <a:lnTo>
                    <a:pt x="2907" y="2223"/>
                  </a:lnTo>
                  <a:lnTo>
                    <a:pt x="2809" y="2297"/>
                  </a:lnTo>
                  <a:lnTo>
                    <a:pt x="2687" y="2370"/>
                  </a:lnTo>
                  <a:lnTo>
                    <a:pt x="2565" y="2394"/>
                  </a:lnTo>
                  <a:lnTo>
                    <a:pt x="2418" y="2419"/>
                  </a:lnTo>
                  <a:lnTo>
                    <a:pt x="2272" y="2394"/>
                  </a:lnTo>
                  <a:lnTo>
                    <a:pt x="2150" y="2370"/>
                  </a:lnTo>
                  <a:lnTo>
                    <a:pt x="2028" y="2297"/>
                  </a:lnTo>
                  <a:lnTo>
                    <a:pt x="1930" y="2223"/>
                  </a:lnTo>
                  <a:lnTo>
                    <a:pt x="1832" y="2101"/>
                  </a:lnTo>
                  <a:lnTo>
                    <a:pt x="1759" y="1979"/>
                  </a:lnTo>
                  <a:lnTo>
                    <a:pt x="1735" y="1857"/>
                  </a:lnTo>
                  <a:lnTo>
                    <a:pt x="1710" y="1710"/>
                  </a:lnTo>
                  <a:lnTo>
                    <a:pt x="1735" y="1564"/>
                  </a:lnTo>
                  <a:lnTo>
                    <a:pt x="1759" y="1442"/>
                  </a:lnTo>
                  <a:lnTo>
                    <a:pt x="1832" y="1320"/>
                  </a:lnTo>
                  <a:lnTo>
                    <a:pt x="1930" y="1222"/>
                  </a:lnTo>
                  <a:lnTo>
                    <a:pt x="2028" y="1124"/>
                  </a:lnTo>
                  <a:lnTo>
                    <a:pt x="2150" y="1075"/>
                  </a:lnTo>
                  <a:lnTo>
                    <a:pt x="2272" y="1027"/>
                  </a:lnTo>
                  <a:lnTo>
                    <a:pt x="2418" y="1002"/>
                  </a:lnTo>
                  <a:close/>
                  <a:moveTo>
                    <a:pt x="1" y="1"/>
                  </a:moveTo>
                  <a:lnTo>
                    <a:pt x="1" y="8817"/>
                  </a:lnTo>
                  <a:lnTo>
                    <a:pt x="3933" y="8817"/>
                  </a:lnTo>
                  <a:lnTo>
                    <a:pt x="3933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6"/>
            <p:cNvSpPr/>
            <p:nvPr/>
          </p:nvSpPr>
          <p:spPr>
            <a:xfrm>
              <a:off x="6088025" y="2327500"/>
              <a:ext cx="307150" cy="388350"/>
            </a:xfrm>
            <a:custGeom>
              <a:avLst/>
              <a:gdLst/>
              <a:ahLst/>
              <a:cxnLst/>
              <a:rect l="l" t="t" r="r" b="b"/>
              <a:pathLst>
                <a:path w="12286" h="15534" extrusionOk="0">
                  <a:moveTo>
                    <a:pt x="6326" y="1"/>
                  </a:moveTo>
                  <a:lnTo>
                    <a:pt x="5960" y="25"/>
                  </a:lnTo>
                  <a:lnTo>
                    <a:pt x="5716" y="74"/>
                  </a:lnTo>
                  <a:lnTo>
                    <a:pt x="5520" y="147"/>
                  </a:lnTo>
                  <a:lnTo>
                    <a:pt x="5374" y="221"/>
                  </a:lnTo>
                  <a:lnTo>
                    <a:pt x="4983" y="1466"/>
                  </a:lnTo>
                  <a:lnTo>
                    <a:pt x="4788" y="2028"/>
                  </a:lnTo>
                  <a:lnTo>
                    <a:pt x="4592" y="2541"/>
                  </a:lnTo>
                  <a:lnTo>
                    <a:pt x="4397" y="3005"/>
                  </a:lnTo>
                  <a:lnTo>
                    <a:pt x="4202" y="3396"/>
                  </a:lnTo>
                  <a:lnTo>
                    <a:pt x="4031" y="3689"/>
                  </a:lnTo>
                  <a:lnTo>
                    <a:pt x="3884" y="3933"/>
                  </a:lnTo>
                  <a:lnTo>
                    <a:pt x="3664" y="4153"/>
                  </a:lnTo>
                  <a:lnTo>
                    <a:pt x="3322" y="4495"/>
                  </a:lnTo>
                  <a:lnTo>
                    <a:pt x="2516" y="5252"/>
                  </a:lnTo>
                  <a:lnTo>
                    <a:pt x="1442" y="6229"/>
                  </a:lnTo>
                  <a:lnTo>
                    <a:pt x="1" y="6229"/>
                  </a:lnTo>
                  <a:lnTo>
                    <a:pt x="1" y="13433"/>
                  </a:lnTo>
                  <a:lnTo>
                    <a:pt x="1515" y="13433"/>
                  </a:lnTo>
                  <a:lnTo>
                    <a:pt x="2004" y="13678"/>
                  </a:lnTo>
                  <a:lnTo>
                    <a:pt x="2687" y="13971"/>
                  </a:lnTo>
                  <a:lnTo>
                    <a:pt x="3567" y="14313"/>
                  </a:lnTo>
                  <a:lnTo>
                    <a:pt x="4544" y="14679"/>
                  </a:lnTo>
                  <a:lnTo>
                    <a:pt x="5594" y="14997"/>
                  </a:lnTo>
                  <a:lnTo>
                    <a:pt x="6131" y="15143"/>
                  </a:lnTo>
                  <a:lnTo>
                    <a:pt x="6668" y="15265"/>
                  </a:lnTo>
                  <a:lnTo>
                    <a:pt x="7181" y="15387"/>
                  </a:lnTo>
                  <a:lnTo>
                    <a:pt x="7694" y="15461"/>
                  </a:lnTo>
                  <a:lnTo>
                    <a:pt x="8158" y="15509"/>
                  </a:lnTo>
                  <a:lnTo>
                    <a:pt x="8622" y="15534"/>
                  </a:lnTo>
                  <a:lnTo>
                    <a:pt x="9404" y="15534"/>
                  </a:lnTo>
                  <a:lnTo>
                    <a:pt x="9819" y="15509"/>
                  </a:lnTo>
                  <a:lnTo>
                    <a:pt x="10210" y="15461"/>
                  </a:lnTo>
                  <a:lnTo>
                    <a:pt x="10552" y="15363"/>
                  </a:lnTo>
                  <a:lnTo>
                    <a:pt x="10723" y="15314"/>
                  </a:lnTo>
                  <a:lnTo>
                    <a:pt x="10845" y="15265"/>
                  </a:lnTo>
                  <a:lnTo>
                    <a:pt x="10967" y="15192"/>
                  </a:lnTo>
                  <a:lnTo>
                    <a:pt x="11064" y="15094"/>
                  </a:lnTo>
                  <a:lnTo>
                    <a:pt x="11113" y="14997"/>
                  </a:lnTo>
                  <a:lnTo>
                    <a:pt x="11162" y="14874"/>
                  </a:lnTo>
                  <a:lnTo>
                    <a:pt x="11235" y="14166"/>
                  </a:lnTo>
                  <a:lnTo>
                    <a:pt x="11211" y="13995"/>
                  </a:lnTo>
                  <a:lnTo>
                    <a:pt x="11162" y="13849"/>
                  </a:lnTo>
                  <a:lnTo>
                    <a:pt x="11064" y="13702"/>
                  </a:lnTo>
                  <a:lnTo>
                    <a:pt x="10918" y="13580"/>
                  </a:lnTo>
                  <a:lnTo>
                    <a:pt x="11040" y="13556"/>
                  </a:lnTo>
                  <a:lnTo>
                    <a:pt x="11162" y="13507"/>
                  </a:lnTo>
                  <a:lnTo>
                    <a:pt x="11284" y="13458"/>
                  </a:lnTo>
                  <a:lnTo>
                    <a:pt x="11382" y="13360"/>
                  </a:lnTo>
                  <a:lnTo>
                    <a:pt x="11455" y="13263"/>
                  </a:lnTo>
                  <a:lnTo>
                    <a:pt x="11528" y="13140"/>
                  </a:lnTo>
                  <a:lnTo>
                    <a:pt x="11577" y="12994"/>
                  </a:lnTo>
                  <a:lnTo>
                    <a:pt x="11602" y="12872"/>
                  </a:lnTo>
                  <a:lnTo>
                    <a:pt x="11675" y="11993"/>
                  </a:lnTo>
                  <a:lnTo>
                    <a:pt x="11675" y="11870"/>
                  </a:lnTo>
                  <a:lnTo>
                    <a:pt x="11675" y="11773"/>
                  </a:lnTo>
                  <a:lnTo>
                    <a:pt x="11651" y="11651"/>
                  </a:lnTo>
                  <a:lnTo>
                    <a:pt x="11602" y="11553"/>
                  </a:lnTo>
                  <a:lnTo>
                    <a:pt x="11480" y="11382"/>
                  </a:lnTo>
                  <a:lnTo>
                    <a:pt x="11406" y="11309"/>
                  </a:lnTo>
                  <a:lnTo>
                    <a:pt x="11333" y="11235"/>
                  </a:lnTo>
                  <a:lnTo>
                    <a:pt x="11455" y="11211"/>
                  </a:lnTo>
                  <a:lnTo>
                    <a:pt x="11553" y="11162"/>
                  </a:lnTo>
                  <a:lnTo>
                    <a:pt x="11651" y="11089"/>
                  </a:lnTo>
                  <a:lnTo>
                    <a:pt x="11748" y="10991"/>
                  </a:lnTo>
                  <a:lnTo>
                    <a:pt x="11822" y="10893"/>
                  </a:lnTo>
                  <a:lnTo>
                    <a:pt x="11870" y="10796"/>
                  </a:lnTo>
                  <a:lnTo>
                    <a:pt x="11919" y="10674"/>
                  </a:lnTo>
                  <a:lnTo>
                    <a:pt x="11944" y="10527"/>
                  </a:lnTo>
                  <a:lnTo>
                    <a:pt x="12017" y="9672"/>
                  </a:lnTo>
                  <a:lnTo>
                    <a:pt x="12017" y="9550"/>
                  </a:lnTo>
                  <a:lnTo>
                    <a:pt x="12017" y="9428"/>
                  </a:lnTo>
                  <a:lnTo>
                    <a:pt x="11993" y="9306"/>
                  </a:lnTo>
                  <a:lnTo>
                    <a:pt x="11944" y="9208"/>
                  </a:lnTo>
                  <a:lnTo>
                    <a:pt x="11895" y="9111"/>
                  </a:lnTo>
                  <a:lnTo>
                    <a:pt x="11822" y="9037"/>
                  </a:lnTo>
                  <a:lnTo>
                    <a:pt x="11748" y="8964"/>
                  </a:lnTo>
                  <a:lnTo>
                    <a:pt x="11651" y="8891"/>
                  </a:lnTo>
                  <a:lnTo>
                    <a:pt x="11748" y="8866"/>
                  </a:lnTo>
                  <a:lnTo>
                    <a:pt x="11846" y="8793"/>
                  </a:lnTo>
                  <a:lnTo>
                    <a:pt x="11944" y="8720"/>
                  </a:lnTo>
                  <a:lnTo>
                    <a:pt x="12017" y="8647"/>
                  </a:lnTo>
                  <a:lnTo>
                    <a:pt x="12090" y="8549"/>
                  </a:lnTo>
                  <a:lnTo>
                    <a:pt x="12139" y="8451"/>
                  </a:lnTo>
                  <a:lnTo>
                    <a:pt x="12163" y="8329"/>
                  </a:lnTo>
                  <a:lnTo>
                    <a:pt x="12188" y="8207"/>
                  </a:lnTo>
                  <a:lnTo>
                    <a:pt x="12286" y="7328"/>
                  </a:lnTo>
                  <a:lnTo>
                    <a:pt x="12261" y="7206"/>
                  </a:lnTo>
                  <a:lnTo>
                    <a:pt x="12237" y="7083"/>
                  </a:lnTo>
                  <a:lnTo>
                    <a:pt x="12188" y="6986"/>
                  </a:lnTo>
                  <a:lnTo>
                    <a:pt x="12139" y="6888"/>
                  </a:lnTo>
                  <a:lnTo>
                    <a:pt x="12066" y="6790"/>
                  </a:lnTo>
                  <a:lnTo>
                    <a:pt x="11968" y="6717"/>
                  </a:lnTo>
                  <a:lnTo>
                    <a:pt x="11748" y="6571"/>
                  </a:lnTo>
                  <a:lnTo>
                    <a:pt x="11504" y="6448"/>
                  </a:lnTo>
                  <a:lnTo>
                    <a:pt x="11211" y="6351"/>
                  </a:lnTo>
                  <a:lnTo>
                    <a:pt x="10893" y="6278"/>
                  </a:lnTo>
                  <a:lnTo>
                    <a:pt x="10576" y="6229"/>
                  </a:lnTo>
                  <a:lnTo>
                    <a:pt x="9892" y="6131"/>
                  </a:lnTo>
                  <a:lnTo>
                    <a:pt x="8842" y="6033"/>
                  </a:lnTo>
                  <a:lnTo>
                    <a:pt x="7596" y="5960"/>
                  </a:lnTo>
                  <a:lnTo>
                    <a:pt x="6326" y="5887"/>
                  </a:lnTo>
                  <a:lnTo>
                    <a:pt x="6497" y="5594"/>
                  </a:lnTo>
                  <a:lnTo>
                    <a:pt x="6644" y="5252"/>
                  </a:lnTo>
                  <a:lnTo>
                    <a:pt x="6790" y="4885"/>
                  </a:lnTo>
                  <a:lnTo>
                    <a:pt x="6888" y="4495"/>
                  </a:lnTo>
                  <a:lnTo>
                    <a:pt x="6986" y="4104"/>
                  </a:lnTo>
                  <a:lnTo>
                    <a:pt x="7083" y="3689"/>
                  </a:lnTo>
                  <a:lnTo>
                    <a:pt x="7181" y="2883"/>
                  </a:lnTo>
                  <a:lnTo>
                    <a:pt x="7254" y="2150"/>
                  </a:lnTo>
                  <a:lnTo>
                    <a:pt x="7303" y="1539"/>
                  </a:lnTo>
                  <a:lnTo>
                    <a:pt x="7303" y="978"/>
                  </a:lnTo>
                  <a:lnTo>
                    <a:pt x="7303" y="807"/>
                  </a:lnTo>
                  <a:lnTo>
                    <a:pt x="7230" y="611"/>
                  </a:lnTo>
                  <a:lnTo>
                    <a:pt x="7157" y="465"/>
                  </a:lnTo>
                  <a:lnTo>
                    <a:pt x="7035" y="318"/>
                  </a:lnTo>
                  <a:lnTo>
                    <a:pt x="6888" y="172"/>
                  </a:lnTo>
                  <a:lnTo>
                    <a:pt x="6717" y="98"/>
                  </a:lnTo>
                  <a:lnTo>
                    <a:pt x="6522" y="25"/>
                  </a:lnTo>
                  <a:lnTo>
                    <a:pt x="632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6"/>
          <p:cNvSpPr/>
          <p:nvPr/>
        </p:nvSpPr>
        <p:spPr>
          <a:xfrm>
            <a:off x="203100" y="1270177"/>
            <a:ext cx="166061" cy="287704"/>
          </a:xfrm>
          <a:custGeom>
            <a:avLst/>
            <a:gdLst/>
            <a:ahLst/>
            <a:cxnLst/>
            <a:rect l="l" t="t" r="r" b="b"/>
            <a:pathLst>
              <a:path w="11870" h="20565" extrusionOk="0">
                <a:moveTo>
                  <a:pt x="6301" y="977"/>
                </a:moveTo>
                <a:lnTo>
                  <a:pt x="6423" y="1002"/>
                </a:lnTo>
                <a:lnTo>
                  <a:pt x="6497" y="1075"/>
                </a:lnTo>
                <a:lnTo>
                  <a:pt x="6570" y="1148"/>
                </a:lnTo>
                <a:lnTo>
                  <a:pt x="6594" y="1270"/>
                </a:lnTo>
                <a:lnTo>
                  <a:pt x="6570" y="1368"/>
                </a:lnTo>
                <a:lnTo>
                  <a:pt x="6497" y="1466"/>
                </a:lnTo>
                <a:lnTo>
                  <a:pt x="6423" y="1515"/>
                </a:lnTo>
                <a:lnTo>
                  <a:pt x="6301" y="1539"/>
                </a:lnTo>
                <a:lnTo>
                  <a:pt x="5569" y="1539"/>
                </a:lnTo>
                <a:lnTo>
                  <a:pt x="5446" y="1515"/>
                </a:lnTo>
                <a:lnTo>
                  <a:pt x="5373" y="1466"/>
                </a:lnTo>
                <a:lnTo>
                  <a:pt x="5300" y="1368"/>
                </a:lnTo>
                <a:lnTo>
                  <a:pt x="5276" y="1270"/>
                </a:lnTo>
                <a:lnTo>
                  <a:pt x="5300" y="1148"/>
                </a:lnTo>
                <a:lnTo>
                  <a:pt x="5373" y="1075"/>
                </a:lnTo>
                <a:lnTo>
                  <a:pt x="5446" y="1002"/>
                </a:lnTo>
                <a:lnTo>
                  <a:pt x="5569" y="977"/>
                </a:lnTo>
                <a:close/>
                <a:moveTo>
                  <a:pt x="10575" y="2565"/>
                </a:moveTo>
                <a:lnTo>
                  <a:pt x="10575" y="16706"/>
                </a:lnTo>
                <a:lnTo>
                  <a:pt x="1295" y="16706"/>
                </a:lnTo>
                <a:lnTo>
                  <a:pt x="1295" y="2565"/>
                </a:lnTo>
                <a:close/>
                <a:moveTo>
                  <a:pt x="5935" y="17780"/>
                </a:moveTo>
                <a:lnTo>
                  <a:pt x="6106" y="17805"/>
                </a:lnTo>
                <a:lnTo>
                  <a:pt x="6277" y="17854"/>
                </a:lnTo>
                <a:lnTo>
                  <a:pt x="6423" y="17927"/>
                </a:lnTo>
                <a:lnTo>
                  <a:pt x="6545" y="18025"/>
                </a:lnTo>
                <a:lnTo>
                  <a:pt x="6643" y="18147"/>
                </a:lnTo>
                <a:lnTo>
                  <a:pt x="6716" y="18293"/>
                </a:lnTo>
                <a:lnTo>
                  <a:pt x="6765" y="18464"/>
                </a:lnTo>
                <a:lnTo>
                  <a:pt x="6790" y="18635"/>
                </a:lnTo>
                <a:lnTo>
                  <a:pt x="6765" y="18806"/>
                </a:lnTo>
                <a:lnTo>
                  <a:pt x="6716" y="18977"/>
                </a:lnTo>
                <a:lnTo>
                  <a:pt x="6643" y="19124"/>
                </a:lnTo>
                <a:lnTo>
                  <a:pt x="6545" y="19246"/>
                </a:lnTo>
                <a:lnTo>
                  <a:pt x="6423" y="19343"/>
                </a:lnTo>
                <a:lnTo>
                  <a:pt x="6277" y="19417"/>
                </a:lnTo>
                <a:lnTo>
                  <a:pt x="6106" y="19465"/>
                </a:lnTo>
                <a:lnTo>
                  <a:pt x="5935" y="19490"/>
                </a:lnTo>
                <a:lnTo>
                  <a:pt x="5764" y="19465"/>
                </a:lnTo>
                <a:lnTo>
                  <a:pt x="5593" y="19417"/>
                </a:lnTo>
                <a:lnTo>
                  <a:pt x="5446" y="19343"/>
                </a:lnTo>
                <a:lnTo>
                  <a:pt x="5324" y="19246"/>
                </a:lnTo>
                <a:lnTo>
                  <a:pt x="5227" y="19124"/>
                </a:lnTo>
                <a:lnTo>
                  <a:pt x="5153" y="18977"/>
                </a:lnTo>
                <a:lnTo>
                  <a:pt x="5105" y="18806"/>
                </a:lnTo>
                <a:lnTo>
                  <a:pt x="5080" y="18635"/>
                </a:lnTo>
                <a:lnTo>
                  <a:pt x="5105" y="18464"/>
                </a:lnTo>
                <a:lnTo>
                  <a:pt x="5153" y="18293"/>
                </a:lnTo>
                <a:lnTo>
                  <a:pt x="5227" y="18147"/>
                </a:lnTo>
                <a:lnTo>
                  <a:pt x="5324" y="18025"/>
                </a:lnTo>
                <a:lnTo>
                  <a:pt x="5446" y="17927"/>
                </a:lnTo>
                <a:lnTo>
                  <a:pt x="5593" y="17854"/>
                </a:lnTo>
                <a:lnTo>
                  <a:pt x="5764" y="17805"/>
                </a:lnTo>
                <a:lnTo>
                  <a:pt x="5935" y="17780"/>
                </a:lnTo>
                <a:close/>
                <a:moveTo>
                  <a:pt x="1295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6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6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95" y="20565"/>
                </a:lnTo>
                <a:lnTo>
                  <a:pt x="10575" y="20565"/>
                </a:lnTo>
                <a:lnTo>
                  <a:pt x="10844" y="20540"/>
                </a:lnTo>
                <a:lnTo>
                  <a:pt x="11088" y="20467"/>
                </a:lnTo>
                <a:lnTo>
                  <a:pt x="11308" y="20345"/>
                </a:lnTo>
                <a:lnTo>
                  <a:pt x="11503" y="20198"/>
                </a:lnTo>
                <a:lnTo>
                  <a:pt x="11650" y="20003"/>
                </a:lnTo>
                <a:lnTo>
                  <a:pt x="11772" y="19783"/>
                </a:lnTo>
                <a:lnTo>
                  <a:pt x="11845" y="19539"/>
                </a:lnTo>
                <a:lnTo>
                  <a:pt x="11870" y="19270"/>
                </a:lnTo>
                <a:lnTo>
                  <a:pt x="11870" y="1295"/>
                </a:lnTo>
                <a:lnTo>
                  <a:pt x="11845" y="1026"/>
                </a:lnTo>
                <a:lnTo>
                  <a:pt x="11772" y="782"/>
                </a:lnTo>
                <a:lnTo>
                  <a:pt x="11650" y="562"/>
                </a:lnTo>
                <a:lnTo>
                  <a:pt x="11503" y="367"/>
                </a:lnTo>
                <a:lnTo>
                  <a:pt x="11308" y="220"/>
                </a:lnTo>
                <a:lnTo>
                  <a:pt x="11088" y="98"/>
                </a:lnTo>
                <a:lnTo>
                  <a:pt x="10844" y="25"/>
                </a:lnTo>
                <a:lnTo>
                  <a:pt x="10575" y="0"/>
                </a:lnTo>
                <a:close/>
              </a:path>
            </a:pathLst>
          </a:custGeom>
          <a:solidFill>
            <a:srgbClr val="19BB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4" name="Google Shape;184;p6"/>
          <p:cNvGrpSpPr/>
          <p:nvPr/>
        </p:nvGrpSpPr>
        <p:grpSpPr>
          <a:xfrm>
            <a:off x="904276" y="515192"/>
            <a:ext cx="382958" cy="607111"/>
            <a:chOff x="6718575" y="2318625"/>
            <a:chExt cx="256950" cy="407375"/>
          </a:xfrm>
        </p:grpSpPr>
        <p:sp>
          <p:nvSpPr>
            <p:cNvPr id="185" name="Google Shape;185;p6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6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6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6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6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6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6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" name="Google Shape;193;p6"/>
          <p:cNvGrpSpPr/>
          <p:nvPr/>
        </p:nvGrpSpPr>
        <p:grpSpPr>
          <a:xfrm>
            <a:off x="335759" y="1840531"/>
            <a:ext cx="342882" cy="350068"/>
            <a:chOff x="3951850" y="2985350"/>
            <a:chExt cx="407950" cy="416500"/>
          </a:xfrm>
        </p:grpSpPr>
        <p:sp>
          <p:nvSpPr>
            <p:cNvPr id="194" name="Google Shape;194;p6"/>
            <p:cNvSpPr/>
            <p:nvPr/>
          </p:nvSpPr>
          <p:spPr>
            <a:xfrm>
              <a:off x="3951850" y="2985350"/>
              <a:ext cx="314800" cy="314825"/>
            </a:xfrm>
            <a:custGeom>
              <a:avLst/>
              <a:gdLst/>
              <a:ahLst/>
              <a:cxnLst/>
              <a:rect l="l" t="t" r="r" b="b"/>
              <a:pathLst>
                <a:path w="12592" h="12593" fill="none" extrusionOk="0">
                  <a:moveTo>
                    <a:pt x="6284" y="1"/>
                  </a:moveTo>
                  <a:lnTo>
                    <a:pt x="6284" y="1"/>
                  </a:lnTo>
                  <a:lnTo>
                    <a:pt x="5967" y="25"/>
                  </a:lnTo>
                  <a:lnTo>
                    <a:pt x="5651" y="49"/>
                  </a:lnTo>
                  <a:lnTo>
                    <a:pt x="5334" y="74"/>
                  </a:lnTo>
                  <a:lnTo>
                    <a:pt x="5017" y="147"/>
                  </a:lnTo>
                  <a:lnTo>
                    <a:pt x="4725" y="220"/>
                  </a:lnTo>
                  <a:lnTo>
                    <a:pt x="4433" y="293"/>
                  </a:lnTo>
                  <a:lnTo>
                    <a:pt x="4141" y="390"/>
                  </a:lnTo>
                  <a:lnTo>
                    <a:pt x="3848" y="512"/>
                  </a:lnTo>
                  <a:lnTo>
                    <a:pt x="3556" y="634"/>
                  </a:lnTo>
                  <a:lnTo>
                    <a:pt x="3288" y="780"/>
                  </a:lnTo>
                  <a:lnTo>
                    <a:pt x="3020" y="926"/>
                  </a:lnTo>
                  <a:lnTo>
                    <a:pt x="2777" y="1072"/>
                  </a:lnTo>
                  <a:lnTo>
                    <a:pt x="2290" y="1437"/>
                  </a:lnTo>
                  <a:lnTo>
                    <a:pt x="1851" y="1852"/>
                  </a:lnTo>
                  <a:lnTo>
                    <a:pt x="1437" y="2290"/>
                  </a:lnTo>
                  <a:lnTo>
                    <a:pt x="1072" y="2777"/>
                  </a:lnTo>
                  <a:lnTo>
                    <a:pt x="901" y="3045"/>
                  </a:lnTo>
                  <a:lnTo>
                    <a:pt x="755" y="3313"/>
                  </a:lnTo>
                  <a:lnTo>
                    <a:pt x="609" y="3581"/>
                  </a:lnTo>
                  <a:lnTo>
                    <a:pt x="487" y="3849"/>
                  </a:lnTo>
                  <a:lnTo>
                    <a:pt x="390" y="4141"/>
                  </a:lnTo>
                  <a:lnTo>
                    <a:pt x="292" y="4433"/>
                  </a:lnTo>
                  <a:lnTo>
                    <a:pt x="195" y="4725"/>
                  </a:lnTo>
                  <a:lnTo>
                    <a:pt x="122" y="5042"/>
                  </a:lnTo>
                  <a:lnTo>
                    <a:pt x="73" y="5334"/>
                  </a:lnTo>
                  <a:lnTo>
                    <a:pt x="25" y="5651"/>
                  </a:lnTo>
                  <a:lnTo>
                    <a:pt x="0" y="5968"/>
                  </a:lnTo>
                  <a:lnTo>
                    <a:pt x="0" y="6308"/>
                  </a:lnTo>
                  <a:lnTo>
                    <a:pt x="0" y="6308"/>
                  </a:lnTo>
                  <a:lnTo>
                    <a:pt x="0" y="6625"/>
                  </a:lnTo>
                  <a:lnTo>
                    <a:pt x="25" y="6942"/>
                  </a:lnTo>
                  <a:lnTo>
                    <a:pt x="73" y="7258"/>
                  </a:lnTo>
                  <a:lnTo>
                    <a:pt x="122" y="7575"/>
                  </a:lnTo>
                  <a:lnTo>
                    <a:pt x="195" y="7867"/>
                  </a:lnTo>
                  <a:lnTo>
                    <a:pt x="292" y="8184"/>
                  </a:lnTo>
                  <a:lnTo>
                    <a:pt x="390" y="8476"/>
                  </a:lnTo>
                  <a:lnTo>
                    <a:pt x="487" y="8744"/>
                  </a:lnTo>
                  <a:lnTo>
                    <a:pt x="609" y="9036"/>
                  </a:lnTo>
                  <a:lnTo>
                    <a:pt x="755" y="9304"/>
                  </a:lnTo>
                  <a:lnTo>
                    <a:pt x="901" y="9572"/>
                  </a:lnTo>
                  <a:lnTo>
                    <a:pt x="1072" y="9816"/>
                  </a:lnTo>
                  <a:lnTo>
                    <a:pt x="1437" y="10303"/>
                  </a:lnTo>
                  <a:lnTo>
                    <a:pt x="1851" y="10741"/>
                  </a:lnTo>
                  <a:lnTo>
                    <a:pt x="2290" y="11155"/>
                  </a:lnTo>
                  <a:lnTo>
                    <a:pt x="2777" y="11520"/>
                  </a:lnTo>
                  <a:lnTo>
                    <a:pt x="3020" y="11691"/>
                  </a:lnTo>
                  <a:lnTo>
                    <a:pt x="3288" y="11837"/>
                  </a:lnTo>
                  <a:lnTo>
                    <a:pt x="3556" y="11983"/>
                  </a:lnTo>
                  <a:lnTo>
                    <a:pt x="3848" y="12105"/>
                  </a:lnTo>
                  <a:lnTo>
                    <a:pt x="4141" y="12202"/>
                  </a:lnTo>
                  <a:lnTo>
                    <a:pt x="4433" y="12300"/>
                  </a:lnTo>
                  <a:lnTo>
                    <a:pt x="4725" y="12397"/>
                  </a:lnTo>
                  <a:lnTo>
                    <a:pt x="5017" y="12470"/>
                  </a:lnTo>
                  <a:lnTo>
                    <a:pt x="5334" y="12519"/>
                  </a:lnTo>
                  <a:lnTo>
                    <a:pt x="5651" y="12568"/>
                  </a:lnTo>
                  <a:lnTo>
                    <a:pt x="5967" y="12592"/>
                  </a:lnTo>
                  <a:lnTo>
                    <a:pt x="6284" y="12592"/>
                  </a:lnTo>
                  <a:lnTo>
                    <a:pt x="6284" y="12592"/>
                  </a:lnTo>
                  <a:lnTo>
                    <a:pt x="6625" y="12592"/>
                  </a:lnTo>
                  <a:lnTo>
                    <a:pt x="6941" y="12568"/>
                  </a:lnTo>
                  <a:lnTo>
                    <a:pt x="7258" y="12519"/>
                  </a:lnTo>
                  <a:lnTo>
                    <a:pt x="7550" y="12470"/>
                  </a:lnTo>
                  <a:lnTo>
                    <a:pt x="7867" y="12397"/>
                  </a:lnTo>
                  <a:lnTo>
                    <a:pt x="8159" y="12300"/>
                  </a:lnTo>
                  <a:lnTo>
                    <a:pt x="8451" y="12202"/>
                  </a:lnTo>
                  <a:lnTo>
                    <a:pt x="8744" y="12105"/>
                  </a:lnTo>
                  <a:lnTo>
                    <a:pt x="9012" y="11983"/>
                  </a:lnTo>
                  <a:lnTo>
                    <a:pt x="9279" y="11837"/>
                  </a:lnTo>
                  <a:lnTo>
                    <a:pt x="9547" y="11691"/>
                  </a:lnTo>
                  <a:lnTo>
                    <a:pt x="9815" y="11520"/>
                  </a:lnTo>
                  <a:lnTo>
                    <a:pt x="10302" y="11155"/>
                  </a:lnTo>
                  <a:lnTo>
                    <a:pt x="10741" y="10741"/>
                  </a:lnTo>
                  <a:lnTo>
                    <a:pt x="11155" y="10303"/>
                  </a:lnTo>
                  <a:lnTo>
                    <a:pt x="11520" y="9816"/>
                  </a:lnTo>
                  <a:lnTo>
                    <a:pt x="11666" y="9572"/>
                  </a:lnTo>
                  <a:lnTo>
                    <a:pt x="11812" y="9304"/>
                  </a:lnTo>
                  <a:lnTo>
                    <a:pt x="11958" y="9036"/>
                  </a:lnTo>
                  <a:lnTo>
                    <a:pt x="12080" y="8744"/>
                  </a:lnTo>
                  <a:lnTo>
                    <a:pt x="12202" y="8476"/>
                  </a:lnTo>
                  <a:lnTo>
                    <a:pt x="12299" y="8184"/>
                  </a:lnTo>
                  <a:lnTo>
                    <a:pt x="12397" y="7867"/>
                  </a:lnTo>
                  <a:lnTo>
                    <a:pt x="12446" y="7575"/>
                  </a:lnTo>
                  <a:lnTo>
                    <a:pt x="12519" y="7258"/>
                  </a:lnTo>
                  <a:lnTo>
                    <a:pt x="12543" y="6942"/>
                  </a:lnTo>
                  <a:lnTo>
                    <a:pt x="12567" y="6625"/>
                  </a:lnTo>
                  <a:lnTo>
                    <a:pt x="12592" y="6308"/>
                  </a:lnTo>
                  <a:lnTo>
                    <a:pt x="12592" y="6308"/>
                  </a:lnTo>
                  <a:lnTo>
                    <a:pt x="12567" y="5968"/>
                  </a:lnTo>
                  <a:lnTo>
                    <a:pt x="12543" y="5651"/>
                  </a:lnTo>
                  <a:lnTo>
                    <a:pt x="12519" y="5334"/>
                  </a:lnTo>
                  <a:lnTo>
                    <a:pt x="12446" y="5042"/>
                  </a:lnTo>
                  <a:lnTo>
                    <a:pt x="12397" y="4725"/>
                  </a:lnTo>
                  <a:lnTo>
                    <a:pt x="12299" y="4433"/>
                  </a:lnTo>
                  <a:lnTo>
                    <a:pt x="12202" y="4141"/>
                  </a:lnTo>
                  <a:lnTo>
                    <a:pt x="12080" y="3849"/>
                  </a:lnTo>
                  <a:lnTo>
                    <a:pt x="11958" y="3581"/>
                  </a:lnTo>
                  <a:lnTo>
                    <a:pt x="11812" y="3313"/>
                  </a:lnTo>
                  <a:lnTo>
                    <a:pt x="11666" y="3045"/>
                  </a:lnTo>
                  <a:lnTo>
                    <a:pt x="11520" y="2777"/>
                  </a:lnTo>
                  <a:lnTo>
                    <a:pt x="11155" y="2290"/>
                  </a:lnTo>
                  <a:lnTo>
                    <a:pt x="10741" y="1852"/>
                  </a:lnTo>
                  <a:lnTo>
                    <a:pt x="10302" y="1437"/>
                  </a:lnTo>
                  <a:lnTo>
                    <a:pt x="9815" y="1072"/>
                  </a:lnTo>
                  <a:lnTo>
                    <a:pt x="9547" y="926"/>
                  </a:lnTo>
                  <a:lnTo>
                    <a:pt x="9279" y="780"/>
                  </a:lnTo>
                  <a:lnTo>
                    <a:pt x="9012" y="634"/>
                  </a:lnTo>
                  <a:lnTo>
                    <a:pt x="8744" y="512"/>
                  </a:lnTo>
                  <a:lnTo>
                    <a:pt x="8451" y="390"/>
                  </a:lnTo>
                  <a:lnTo>
                    <a:pt x="8159" y="293"/>
                  </a:lnTo>
                  <a:lnTo>
                    <a:pt x="7867" y="220"/>
                  </a:lnTo>
                  <a:lnTo>
                    <a:pt x="7550" y="147"/>
                  </a:lnTo>
                  <a:lnTo>
                    <a:pt x="7258" y="74"/>
                  </a:lnTo>
                  <a:lnTo>
                    <a:pt x="6941" y="49"/>
                  </a:lnTo>
                  <a:lnTo>
                    <a:pt x="6625" y="25"/>
                  </a:lnTo>
                  <a:lnTo>
                    <a:pt x="6284" y="1"/>
                  </a:lnTo>
                  <a:lnTo>
                    <a:pt x="6284" y="1"/>
                  </a:lnTo>
                  <a:close/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6"/>
            <p:cNvSpPr/>
            <p:nvPr/>
          </p:nvSpPr>
          <p:spPr>
            <a:xfrm>
              <a:off x="3988375" y="3021875"/>
              <a:ext cx="241750" cy="241750"/>
            </a:xfrm>
            <a:custGeom>
              <a:avLst/>
              <a:gdLst/>
              <a:ahLst/>
              <a:cxnLst/>
              <a:rect l="l" t="t" r="r" b="b"/>
              <a:pathLst>
                <a:path w="9670" h="9670" fill="none" extrusionOk="0">
                  <a:moveTo>
                    <a:pt x="4823" y="1"/>
                  </a:moveTo>
                  <a:lnTo>
                    <a:pt x="4823" y="1"/>
                  </a:lnTo>
                  <a:lnTo>
                    <a:pt x="4336" y="25"/>
                  </a:lnTo>
                  <a:lnTo>
                    <a:pt x="3849" y="98"/>
                  </a:lnTo>
                  <a:lnTo>
                    <a:pt x="3386" y="220"/>
                  </a:lnTo>
                  <a:lnTo>
                    <a:pt x="2947" y="391"/>
                  </a:lnTo>
                  <a:lnTo>
                    <a:pt x="2533" y="585"/>
                  </a:lnTo>
                  <a:lnTo>
                    <a:pt x="2144" y="829"/>
                  </a:lnTo>
                  <a:lnTo>
                    <a:pt x="1754" y="1121"/>
                  </a:lnTo>
                  <a:lnTo>
                    <a:pt x="1413" y="1438"/>
                  </a:lnTo>
                  <a:lnTo>
                    <a:pt x="1096" y="1779"/>
                  </a:lnTo>
                  <a:lnTo>
                    <a:pt x="829" y="2144"/>
                  </a:lnTo>
                  <a:lnTo>
                    <a:pt x="585" y="2534"/>
                  </a:lnTo>
                  <a:lnTo>
                    <a:pt x="390" y="2972"/>
                  </a:lnTo>
                  <a:lnTo>
                    <a:pt x="220" y="3411"/>
                  </a:lnTo>
                  <a:lnTo>
                    <a:pt x="98" y="3873"/>
                  </a:lnTo>
                  <a:lnTo>
                    <a:pt x="25" y="4336"/>
                  </a:lnTo>
                  <a:lnTo>
                    <a:pt x="1" y="4847"/>
                  </a:lnTo>
                  <a:lnTo>
                    <a:pt x="1" y="4847"/>
                  </a:lnTo>
                  <a:lnTo>
                    <a:pt x="25" y="5335"/>
                  </a:lnTo>
                  <a:lnTo>
                    <a:pt x="98" y="5822"/>
                  </a:lnTo>
                  <a:lnTo>
                    <a:pt x="220" y="6284"/>
                  </a:lnTo>
                  <a:lnTo>
                    <a:pt x="390" y="6723"/>
                  </a:lnTo>
                  <a:lnTo>
                    <a:pt x="585" y="7137"/>
                  </a:lnTo>
                  <a:lnTo>
                    <a:pt x="829" y="7527"/>
                  </a:lnTo>
                  <a:lnTo>
                    <a:pt x="1096" y="7916"/>
                  </a:lnTo>
                  <a:lnTo>
                    <a:pt x="1413" y="8257"/>
                  </a:lnTo>
                  <a:lnTo>
                    <a:pt x="1754" y="8574"/>
                  </a:lnTo>
                  <a:lnTo>
                    <a:pt x="2144" y="8842"/>
                  </a:lnTo>
                  <a:lnTo>
                    <a:pt x="2533" y="9085"/>
                  </a:lnTo>
                  <a:lnTo>
                    <a:pt x="2947" y="9280"/>
                  </a:lnTo>
                  <a:lnTo>
                    <a:pt x="3386" y="9451"/>
                  </a:lnTo>
                  <a:lnTo>
                    <a:pt x="3849" y="9572"/>
                  </a:lnTo>
                  <a:lnTo>
                    <a:pt x="4336" y="9645"/>
                  </a:lnTo>
                  <a:lnTo>
                    <a:pt x="4823" y="9670"/>
                  </a:lnTo>
                  <a:lnTo>
                    <a:pt x="4823" y="9670"/>
                  </a:lnTo>
                  <a:lnTo>
                    <a:pt x="5334" y="9645"/>
                  </a:lnTo>
                  <a:lnTo>
                    <a:pt x="5797" y="9572"/>
                  </a:lnTo>
                  <a:lnTo>
                    <a:pt x="6260" y="9451"/>
                  </a:lnTo>
                  <a:lnTo>
                    <a:pt x="6698" y="9280"/>
                  </a:lnTo>
                  <a:lnTo>
                    <a:pt x="7136" y="9085"/>
                  </a:lnTo>
                  <a:lnTo>
                    <a:pt x="7526" y="8842"/>
                  </a:lnTo>
                  <a:lnTo>
                    <a:pt x="7892" y="8574"/>
                  </a:lnTo>
                  <a:lnTo>
                    <a:pt x="8232" y="8257"/>
                  </a:lnTo>
                  <a:lnTo>
                    <a:pt x="8549" y="7916"/>
                  </a:lnTo>
                  <a:lnTo>
                    <a:pt x="8841" y="7527"/>
                  </a:lnTo>
                  <a:lnTo>
                    <a:pt x="9085" y="7137"/>
                  </a:lnTo>
                  <a:lnTo>
                    <a:pt x="9280" y="6723"/>
                  </a:lnTo>
                  <a:lnTo>
                    <a:pt x="9450" y="6284"/>
                  </a:lnTo>
                  <a:lnTo>
                    <a:pt x="9572" y="5822"/>
                  </a:lnTo>
                  <a:lnTo>
                    <a:pt x="9645" y="5335"/>
                  </a:lnTo>
                  <a:lnTo>
                    <a:pt x="9669" y="4847"/>
                  </a:lnTo>
                  <a:lnTo>
                    <a:pt x="9669" y="4847"/>
                  </a:lnTo>
                  <a:lnTo>
                    <a:pt x="9645" y="4336"/>
                  </a:lnTo>
                  <a:lnTo>
                    <a:pt x="9572" y="3873"/>
                  </a:lnTo>
                  <a:lnTo>
                    <a:pt x="9450" y="3411"/>
                  </a:lnTo>
                  <a:lnTo>
                    <a:pt x="9280" y="2972"/>
                  </a:lnTo>
                  <a:lnTo>
                    <a:pt x="9085" y="2534"/>
                  </a:lnTo>
                  <a:lnTo>
                    <a:pt x="8841" y="2144"/>
                  </a:lnTo>
                  <a:lnTo>
                    <a:pt x="8549" y="1779"/>
                  </a:lnTo>
                  <a:lnTo>
                    <a:pt x="8232" y="1438"/>
                  </a:lnTo>
                  <a:lnTo>
                    <a:pt x="7892" y="1121"/>
                  </a:lnTo>
                  <a:lnTo>
                    <a:pt x="7526" y="829"/>
                  </a:lnTo>
                  <a:lnTo>
                    <a:pt x="7136" y="585"/>
                  </a:lnTo>
                  <a:lnTo>
                    <a:pt x="6698" y="391"/>
                  </a:lnTo>
                  <a:lnTo>
                    <a:pt x="6260" y="220"/>
                  </a:lnTo>
                  <a:lnTo>
                    <a:pt x="5797" y="98"/>
                  </a:lnTo>
                  <a:lnTo>
                    <a:pt x="5334" y="25"/>
                  </a:lnTo>
                  <a:lnTo>
                    <a:pt x="4823" y="1"/>
                  </a:lnTo>
                  <a:lnTo>
                    <a:pt x="4823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6"/>
            <p:cNvSpPr/>
            <p:nvPr/>
          </p:nvSpPr>
          <p:spPr>
            <a:xfrm>
              <a:off x="4024300" y="3058425"/>
              <a:ext cx="84650" cy="84650"/>
            </a:xfrm>
            <a:custGeom>
              <a:avLst/>
              <a:gdLst/>
              <a:ahLst/>
              <a:cxnLst/>
              <a:rect l="l" t="t" r="r" b="b"/>
              <a:pathLst>
                <a:path w="3386" h="3386" fill="none" extrusionOk="0">
                  <a:moveTo>
                    <a:pt x="0" y="3385"/>
                  </a:moveTo>
                  <a:lnTo>
                    <a:pt x="0" y="3385"/>
                  </a:lnTo>
                  <a:lnTo>
                    <a:pt x="25" y="3020"/>
                  </a:lnTo>
                  <a:lnTo>
                    <a:pt x="74" y="2704"/>
                  </a:lnTo>
                  <a:lnTo>
                    <a:pt x="147" y="2363"/>
                  </a:lnTo>
                  <a:lnTo>
                    <a:pt x="268" y="2070"/>
                  </a:lnTo>
                  <a:lnTo>
                    <a:pt x="414" y="1754"/>
                  </a:lnTo>
                  <a:lnTo>
                    <a:pt x="585" y="1486"/>
                  </a:lnTo>
                  <a:lnTo>
                    <a:pt x="780" y="1218"/>
                  </a:lnTo>
                  <a:lnTo>
                    <a:pt x="999" y="974"/>
                  </a:lnTo>
                  <a:lnTo>
                    <a:pt x="1243" y="755"/>
                  </a:lnTo>
                  <a:lnTo>
                    <a:pt x="1510" y="560"/>
                  </a:lnTo>
                  <a:lnTo>
                    <a:pt x="1778" y="390"/>
                  </a:lnTo>
                  <a:lnTo>
                    <a:pt x="2071" y="244"/>
                  </a:lnTo>
                  <a:lnTo>
                    <a:pt x="2387" y="146"/>
                  </a:lnTo>
                  <a:lnTo>
                    <a:pt x="2704" y="49"/>
                  </a:lnTo>
                  <a:lnTo>
                    <a:pt x="3045" y="0"/>
                  </a:lnTo>
                  <a:lnTo>
                    <a:pt x="3386" y="0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6"/>
            <p:cNvSpPr/>
            <p:nvPr/>
          </p:nvSpPr>
          <p:spPr>
            <a:xfrm>
              <a:off x="4205750" y="3248375"/>
              <a:ext cx="154050" cy="153475"/>
            </a:xfrm>
            <a:custGeom>
              <a:avLst/>
              <a:gdLst/>
              <a:ahLst/>
              <a:cxnLst/>
              <a:rect l="l" t="t" r="r" b="b"/>
              <a:pathLst>
                <a:path w="6162" h="6139" fill="none" extrusionOk="0">
                  <a:moveTo>
                    <a:pt x="0" y="1024"/>
                  </a:moveTo>
                  <a:lnTo>
                    <a:pt x="4969" y="5992"/>
                  </a:lnTo>
                  <a:lnTo>
                    <a:pt x="4969" y="5992"/>
                  </a:lnTo>
                  <a:lnTo>
                    <a:pt x="5042" y="6041"/>
                  </a:lnTo>
                  <a:lnTo>
                    <a:pt x="5115" y="6090"/>
                  </a:lnTo>
                  <a:lnTo>
                    <a:pt x="5212" y="6114"/>
                  </a:lnTo>
                  <a:lnTo>
                    <a:pt x="5310" y="6138"/>
                  </a:lnTo>
                  <a:lnTo>
                    <a:pt x="5407" y="6114"/>
                  </a:lnTo>
                  <a:lnTo>
                    <a:pt x="5480" y="6090"/>
                  </a:lnTo>
                  <a:lnTo>
                    <a:pt x="5577" y="6041"/>
                  </a:lnTo>
                  <a:lnTo>
                    <a:pt x="5651" y="5992"/>
                  </a:lnTo>
                  <a:lnTo>
                    <a:pt x="6016" y="5627"/>
                  </a:lnTo>
                  <a:lnTo>
                    <a:pt x="6016" y="5627"/>
                  </a:lnTo>
                  <a:lnTo>
                    <a:pt x="6089" y="5554"/>
                  </a:lnTo>
                  <a:lnTo>
                    <a:pt x="6138" y="5456"/>
                  </a:lnTo>
                  <a:lnTo>
                    <a:pt x="6162" y="5359"/>
                  </a:lnTo>
                  <a:lnTo>
                    <a:pt x="6162" y="5286"/>
                  </a:lnTo>
                  <a:lnTo>
                    <a:pt x="6162" y="5188"/>
                  </a:lnTo>
                  <a:lnTo>
                    <a:pt x="6138" y="5091"/>
                  </a:lnTo>
                  <a:lnTo>
                    <a:pt x="6089" y="5018"/>
                  </a:lnTo>
                  <a:lnTo>
                    <a:pt x="6016" y="4921"/>
                  </a:lnTo>
                  <a:lnTo>
                    <a:pt x="1072" y="1"/>
                  </a:lnTo>
                </a:path>
              </a:pathLst>
            </a:custGeom>
            <a:noFill/>
            <a:ln w="19050" cap="rnd" cmpd="sng">
              <a:solidFill>
                <a:srgbClr val="18476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8" name="Google Shape;198;p6"/>
          <p:cNvSpPr/>
          <p:nvPr/>
        </p:nvSpPr>
        <p:spPr>
          <a:xfrm rot="10800000" flipH="1">
            <a:off x="8486774" y="4230775"/>
            <a:ext cx="819900" cy="710100"/>
          </a:xfrm>
          <a:prstGeom prst="hexagon">
            <a:avLst>
              <a:gd name="adj" fmla="val 28678"/>
              <a:gd name="vf" fmla="val 115470"/>
            </a:avLst>
          </a:prstGeom>
          <a:noFill/>
          <a:ln w="9525" cap="flat" cmpd="sng">
            <a:solidFill>
              <a:srgbClr val="18476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6"/>
          <p:cNvSpPr/>
          <p:nvPr/>
        </p:nvSpPr>
        <p:spPr>
          <a:xfrm rot="10800000" flipH="1">
            <a:off x="8124824" y="4615700"/>
            <a:ext cx="428700" cy="3711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6"/>
          <p:cNvSpPr/>
          <p:nvPr/>
        </p:nvSpPr>
        <p:spPr>
          <a:xfrm rot="10800000" flipH="1">
            <a:off x="7821348" y="2935400"/>
            <a:ext cx="819900" cy="709800"/>
          </a:xfrm>
          <a:prstGeom prst="hexagon">
            <a:avLst>
              <a:gd name="adj" fmla="val 28678"/>
              <a:gd name="vf" fmla="val 115470"/>
            </a:avLst>
          </a:pr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6"/>
          <p:cNvSpPr/>
          <p:nvPr/>
        </p:nvSpPr>
        <p:spPr>
          <a:xfrm rot="10800000" flipH="1">
            <a:off x="8486775" y="3512175"/>
            <a:ext cx="358800" cy="310500"/>
          </a:xfrm>
          <a:prstGeom prst="hexagon">
            <a:avLst>
              <a:gd name="adj" fmla="val 28678"/>
              <a:gd name="vf" fmla="val 115470"/>
            </a:avLst>
          </a:prstGeom>
          <a:noFill/>
          <a:ln w="19050" cap="flat" cmpd="sng">
            <a:solidFill>
              <a:srgbClr val="00E1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8772688" y="4461808"/>
            <a:ext cx="248073" cy="248058"/>
          </a:xfrm>
          <a:custGeom>
            <a:avLst/>
            <a:gdLst/>
            <a:ahLst/>
            <a:cxnLst/>
            <a:rect l="l" t="t" r="r" b="b"/>
            <a:pathLst>
              <a:path w="17000" h="16999" extrusionOk="0">
                <a:moveTo>
                  <a:pt x="8769" y="5740"/>
                </a:moveTo>
                <a:lnTo>
                  <a:pt x="9037" y="5788"/>
                </a:lnTo>
                <a:lnTo>
                  <a:pt x="9282" y="5862"/>
                </a:lnTo>
                <a:lnTo>
                  <a:pt x="9550" y="5935"/>
                </a:lnTo>
                <a:lnTo>
                  <a:pt x="9794" y="6057"/>
                </a:lnTo>
                <a:lnTo>
                  <a:pt x="10014" y="6204"/>
                </a:lnTo>
                <a:lnTo>
                  <a:pt x="10234" y="6350"/>
                </a:lnTo>
                <a:lnTo>
                  <a:pt x="10454" y="6546"/>
                </a:lnTo>
                <a:lnTo>
                  <a:pt x="10649" y="6765"/>
                </a:lnTo>
                <a:lnTo>
                  <a:pt x="10796" y="6985"/>
                </a:lnTo>
                <a:lnTo>
                  <a:pt x="10942" y="7205"/>
                </a:lnTo>
                <a:lnTo>
                  <a:pt x="11064" y="7449"/>
                </a:lnTo>
                <a:lnTo>
                  <a:pt x="11138" y="7718"/>
                </a:lnTo>
                <a:lnTo>
                  <a:pt x="11211" y="7962"/>
                </a:lnTo>
                <a:lnTo>
                  <a:pt x="11260" y="8231"/>
                </a:lnTo>
                <a:lnTo>
                  <a:pt x="11260" y="8499"/>
                </a:lnTo>
                <a:lnTo>
                  <a:pt x="11260" y="8768"/>
                </a:lnTo>
                <a:lnTo>
                  <a:pt x="11211" y="9037"/>
                </a:lnTo>
                <a:lnTo>
                  <a:pt x="11138" y="9281"/>
                </a:lnTo>
                <a:lnTo>
                  <a:pt x="11064" y="9550"/>
                </a:lnTo>
                <a:lnTo>
                  <a:pt x="10942" y="9794"/>
                </a:lnTo>
                <a:lnTo>
                  <a:pt x="10796" y="10014"/>
                </a:lnTo>
                <a:lnTo>
                  <a:pt x="10649" y="10233"/>
                </a:lnTo>
                <a:lnTo>
                  <a:pt x="10454" y="10453"/>
                </a:lnTo>
                <a:lnTo>
                  <a:pt x="10234" y="10649"/>
                </a:lnTo>
                <a:lnTo>
                  <a:pt x="10014" y="10795"/>
                </a:lnTo>
                <a:lnTo>
                  <a:pt x="9794" y="10942"/>
                </a:lnTo>
                <a:lnTo>
                  <a:pt x="9550" y="11064"/>
                </a:lnTo>
                <a:lnTo>
                  <a:pt x="9282" y="11137"/>
                </a:lnTo>
                <a:lnTo>
                  <a:pt x="9037" y="11210"/>
                </a:lnTo>
                <a:lnTo>
                  <a:pt x="8769" y="11259"/>
                </a:lnTo>
                <a:lnTo>
                  <a:pt x="8231" y="11259"/>
                </a:lnTo>
                <a:lnTo>
                  <a:pt x="7963" y="11210"/>
                </a:lnTo>
                <a:lnTo>
                  <a:pt x="7719" y="11137"/>
                </a:lnTo>
                <a:lnTo>
                  <a:pt x="7450" y="11064"/>
                </a:lnTo>
                <a:lnTo>
                  <a:pt x="7206" y="10942"/>
                </a:lnTo>
                <a:lnTo>
                  <a:pt x="6986" y="10795"/>
                </a:lnTo>
                <a:lnTo>
                  <a:pt x="6766" y="10649"/>
                </a:lnTo>
                <a:lnTo>
                  <a:pt x="6546" y="10453"/>
                </a:lnTo>
                <a:lnTo>
                  <a:pt x="6351" y="10233"/>
                </a:lnTo>
                <a:lnTo>
                  <a:pt x="6204" y="10014"/>
                </a:lnTo>
                <a:lnTo>
                  <a:pt x="6058" y="9794"/>
                </a:lnTo>
                <a:lnTo>
                  <a:pt x="5936" y="9550"/>
                </a:lnTo>
                <a:lnTo>
                  <a:pt x="5862" y="9281"/>
                </a:lnTo>
                <a:lnTo>
                  <a:pt x="5789" y="9037"/>
                </a:lnTo>
                <a:lnTo>
                  <a:pt x="5740" y="8768"/>
                </a:lnTo>
                <a:lnTo>
                  <a:pt x="5740" y="8499"/>
                </a:lnTo>
                <a:lnTo>
                  <a:pt x="5740" y="8231"/>
                </a:lnTo>
                <a:lnTo>
                  <a:pt x="5789" y="7962"/>
                </a:lnTo>
                <a:lnTo>
                  <a:pt x="5862" y="7718"/>
                </a:lnTo>
                <a:lnTo>
                  <a:pt x="5936" y="7449"/>
                </a:lnTo>
                <a:lnTo>
                  <a:pt x="6058" y="7205"/>
                </a:lnTo>
                <a:lnTo>
                  <a:pt x="6204" y="6985"/>
                </a:lnTo>
                <a:lnTo>
                  <a:pt x="6351" y="6765"/>
                </a:lnTo>
                <a:lnTo>
                  <a:pt x="6546" y="6546"/>
                </a:lnTo>
                <a:lnTo>
                  <a:pt x="6766" y="6350"/>
                </a:lnTo>
                <a:lnTo>
                  <a:pt x="6986" y="6204"/>
                </a:lnTo>
                <a:lnTo>
                  <a:pt x="7206" y="6057"/>
                </a:lnTo>
                <a:lnTo>
                  <a:pt x="7450" y="5935"/>
                </a:lnTo>
                <a:lnTo>
                  <a:pt x="7719" y="5862"/>
                </a:lnTo>
                <a:lnTo>
                  <a:pt x="7963" y="5788"/>
                </a:lnTo>
                <a:lnTo>
                  <a:pt x="8231" y="5740"/>
                </a:lnTo>
                <a:close/>
                <a:moveTo>
                  <a:pt x="7914" y="0"/>
                </a:moveTo>
                <a:lnTo>
                  <a:pt x="7743" y="25"/>
                </a:lnTo>
                <a:lnTo>
                  <a:pt x="7596" y="73"/>
                </a:lnTo>
                <a:lnTo>
                  <a:pt x="7474" y="147"/>
                </a:lnTo>
                <a:lnTo>
                  <a:pt x="7328" y="244"/>
                </a:lnTo>
                <a:lnTo>
                  <a:pt x="7230" y="342"/>
                </a:lnTo>
                <a:lnTo>
                  <a:pt x="7132" y="489"/>
                </a:lnTo>
                <a:lnTo>
                  <a:pt x="7084" y="635"/>
                </a:lnTo>
                <a:lnTo>
                  <a:pt x="7035" y="782"/>
                </a:lnTo>
                <a:lnTo>
                  <a:pt x="6839" y="2540"/>
                </a:lnTo>
                <a:lnTo>
                  <a:pt x="6497" y="2638"/>
                </a:lnTo>
                <a:lnTo>
                  <a:pt x="6131" y="2784"/>
                </a:lnTo>
                <a:lnTo>
                  <a:pt x="5789" y="2931"/>
                </a:lnTo>
                <a:lnTo>
                  <a:pt x="5447" y="3102"/>
                </a:lnTo>
                <a:lnTo>
                  <a:pt x="4079" y="2027"/>
                </a:lnTo>
                <a:lnTo>
                  <a:pt x="3933" y="1930"/>
                </a:lnTo>
                <a:lnTo>
                  <a:pt x="3786" y="1881"/>
                </a:lnTo>
                <a:lnTo>
                  <a:pt x="3640" y="1832"/>
                </a:lnTo>
                <a:lnTo>
                  <a:pt x="3493" y="1832"/>
                </a:lnTo>
                <a:lnTo>
                  <a:pt x="3322" y="1856"/>
                </a:lnTo>
                <a:lnTo>
                  <a:pt x="3176" y="1905"/>
                </a:lnTo>
                <a:lnTo>
                  <a:pt x="3029" y="1978"/>
                </a:lnTo>
                <a:lnTo>
                  <a:pt x="2907" y="2076"/>
                </a:lnTo>
                <a:lnTo>
                  <a:pt x="2077" y="2907"/>
                </a:lnTo>
                <a:lnTo>
                  <a:pt x="1979" y="3029"/>
                </a:lnTo>
                <a:lnTo>
                  <a:pt x="1906" y="3175"/>
                </a:lnTo>
                <a:lnTo>
                  <a:pt x="1857" y="3322"/>
                </a:lnTo>
                <a:lnTo>
                  <a:pt x="1833" y="3493"/>
                </a:lnTo>
                <a:lnTo>
                  <a:pt x="1833" y="3639"/>
                </a:lnTo>
                <a:lnTo>
                  <a:pt x="1881" y="3786"/>
                </a:lnTo>
                <a:lnTo>
                  <a:pt x="1930" y="3932"/>
                </a:lnTo>
                <a:lnTo>
                  <a:pt x="2028" y="4079"/>
                </a:lnTo>
                <a:lnTo>
                  <a:pt x="3103" y="5447"/>
                </a:lnTo>
                <a:lnTo>
                  <a:pt x="2932" y="5788"/>
                </a:lnTo>
                <a:lnTo>
                  <a:pt x="2785" y="6130"/>
                </a:lnTo>
                <a:lnTo>
                  <a:pt x="2639" y="6497"/>
                </a:lnTo>
                <a:lnTo>
                  <a:pt x="2541" y="6839"/>
                </a:lnTo>
                <a:lnTo>
                  <a:pt x="782" y="7034"/>
                </a:lnTo>
                <a:lnTo>
                  <a:pt x="636" y="7083"/>
                </a:lnTo>
                <a:lnTo>
                  <a:pt x="489" y="7132"/>
                </a:lnTo>
                <a:lnTo>
                  <a:pt x="343" y="7229"/>
                </a:lnTo>
                <a:lnTo>
                  <a:pt x="245" y="7327"/>
                </a:lnTo>
                <a:lnTo>
                  <a:pt x="147" y="7474"/>
                </a:lnTo>
                <a:lnTo>
                  <a:pt x="74" y="7596"/>
                </a:lnTo>
                <a:lnTo>
                  <a:pt x="25" y="7742"/>
                </a:lnTo>
                <a:lnTo>
                  <a:pt x="1" y="7913"/>
                </a:lnTo>
                <a:lnTo>
                  <a:pt x="1" y="9086"/>
                </a:lnTo>
                <a:lnTo>
                  <a:pt x="25" y="9257"/>
                </a:lnTo>
                <a:lnTo>
                  <a:pt x="74" y="9403"/>
                </a:lnTo>
                <a:lnTo>
                  <a:pt x="147" y="9525"/>
                </a:lnTo>
                <a:lnTo>
                  <a:pt x="245" y="9672"/>
                </a:lnTo>
                <a:lnTo>
                  <a:pt x="343" y="9769"/>
                </a:lnTo>
                <a:lnTo>
                  <a:pt x="489" y="9867"/>
                </a:lnTo>
                <a:lnTo>
                  <a:pt x="636" y="9916"/>
                </a:lnTo>
                <a:lnTo>
                  <a:pt x="782" y="9965"/>
                </a:lnTo>
                <a:lnTo>
                  <a:pt x="2541" y="10160"/>
                </a:lnTo>
                <a:lnTo>
                  <a:pt x="2639" y="10502"/>
                </a:lnTo>
                <a:lnTo>
                  <a:pt x="2785" y="10868"/>
                </a:lnTo>
                <a:lnTo>
                  <a:pt x="2932" y="11210"/>
                </a:lnTo>
                <a:lnTo>
                  <a:pt x="3103" y="11552"/>
                </a:lnTo>
                <a:lnTo>
                  <a:pt x="2028" y="12920"/>
                </a:lnTo>
                <a:lnTo>
                  <a:pt x="1930" y="13067"/>
                </a:lnTo>
                <a:lnTo>
                  <a:pt x="1881" y="13213"/>
                </a:lnTo>
                <a:lnTo>
                  <a:pt x="1833" y="13360"/>
                </a:lnTo>
                <a:lnTo>
                  <a:pt x="1833" y="13506"/>
                </a:lnTo>
                <a:lnTo>
                  <a:pt x="1857" y="13677"/>
                </a:lnTo>
                <a:lnTo>
                  <a:pt x="1906" y="13824"/>
                </a:lnTo>
                <a:lnTo>
                  <a:pt x="1979" y="13970"/>
                </a:lnTo>
                <a:lnTo>
                  <a:pt x="2077" y="14092"/>
                </a:lnTo>
                <a:lnTo>
                  <a:pt x="2907" y="14923"/>
                </a:lnTo>
                <a:lnTo>
                  <a:pt x="3029" y="15020"/>
                </a:lnTo>
                <a:lnTo>
                  <a:pt x="3176" y="15094"/>
                </a:lnTo>
                <a:lnTo>
                  <a:pt x="3322" y="15142"/>
                </a:lnTo>
                <a:lnTo>
                  <a:pt x="3493" y="15167"/>
                </a:lnTo>
                <a:lnTo>
                  <a:pt x="3640" y="15167"/>
                </a:lnTo>
                <a:lnTo>
                  <a:pt x="3786" y="15118"/>
                </a:lnTo>
                <a:lnTo>
                  <a:pt x="3933" y="15069"/>
                </a:lnTo>
                <a:lnTo>
                  <a:pt x="4079" y="14996"/>
                </a:lnTo>
                <a:lnTo>
                  <a:pt x="5447" y="13897"/>
                </a:lnTo>
                <a:lnTo>
                  <a:pt x="5789" y="14068"/>
                </a:lnTo>
                <a:lnTo>
                  <a:pt x="6131" y="14214"/>
                </a:lnTo>
                <a:lnTo>
                  <a:pt x="6497" y="14361"/>
                </a:lnTo>
                <a:lnTo>
                  <a:pt x="6839" y="14459"/>
                </a:lnTo>
                <a:lnTo>
                  <a:pt x="7035" y="16217"/>
                </a:lnTo>
                <a:lnTo>
                  <a:pt x="7084" y="16364"/>
                </a:lnTo>
                <a:lnTo>
                  <a:pt x="7132" y="16510"/>
                </a:lnTo>
                <a:lnTo>
                  <a:pt x="7230" y="16657"/>
                </a:lnTo>
                <a:lnTo>
                  <a:pt x="7328" y="16754"/>
                </a:lnTo>
                <a:lnTo>
                  <a:pt x="7474" y="16852"/>
                </a:lnTo>
                <a:lnTo>
                  <a:pt x="7596" y="16925"/>
                </a:lnTo>
                <a:lnTo>
                  <a:pt x="7743" y="16974"/>
                </a:lnTo>
                <a:lnTo>
                  <a:pt x="7914" y="16999"/>
                </a:lnTo>
                <a:lnTo>
                  <a:pt x="9086" y="16999"/>
                </a:lnTo>
                <a:lnTo>
                  <a:pt x="9257" y="16974"/>
                </a:lnTo>
                <a:lnTo>
                  <a:pt x="9404" y="16925"/>
                </a:lnTo>
                <a:lnTo>
                  <a:pt x="9526" y="16852"/>
                </a:lnTo>
                <a:lnTo>
                  <a:pt x="9672" y="16754"/>
                </a:lnTo>
                <a:lnTo>
                  <a:pt x="9770" y="16657"/>
                </a:lnTo>
                <a:lnTo>
                  <a:pt x="9868" y="16510"/>
                </a:lnTo>
                <a:lnTo>
                  <a:pt x="9917" y="16364"/>
                </a:lnTo>
                <a:lnTo>
                  <a:pt x="9965" y="16217"/>
                </a:lnTo>
                <a:lnTo>
                  <a:pt x="10161" y="14459"/>
                </a:lnTo>
                <a:lnTo>
                  <a:pt x="10503" y="14361"/>
                </a:lnTo>
                <a:lnTo>
                  <a:pt x="10869" y="14214"/>
                </a:lnTo>
                <a:lnTo>
                  <a:pt x="11211" y="14068"/>
                </a:lnTo>
                <a:lnTo>
                  <a:pt x="11553" y="13897"/>
                </a:lnTo>
                <a:lnTo>
                  <a:pt x="12921" y="14996"/>
                </a:lnTo>
                <a:lnTo>
                  <a:pt x="13067" y="15069"/>
                </a:lnTo>
                <a:lnTo>
                  <a:pt x="13214" y="15118"/>
                </a:lnTo>
                <a:lnTo>
                  <a:pt x="13360" y="15167"/>
                </a:lnTo>
                <a:lnTo>
                  <a:pt x="13507" y="15167"/>
                </a:lnTo>
                <a:lnTo>
                  <a:pt x="13678" y="15142"/>
                </a:lnTo>
                <a:lnTo>
                  <a:pt x="13824" y="15094"/>
                </a:lnTo>
                <a:lnTo>
                  <a:pt x="13971" y="15020"/>
                </a:lnTo>
                <a:lnTo>
                  <a:pt x="14093" y="14923"/>
                </a:lnTo>
                <a:lnTo>
                  <a:pt x="14923" y="14092"/>
                </a:lnTo>
                <a:lnTo>
                  <a:pt x="15021" y="13970"/>
                </a:lnTo>
                <a:lnTo>
                  <a:pt x="15094" y="13824"/>
                </a:lnTo>
                <a:lnTo>
                  <a:pt x="15143" y="13677"/>
                </a:lnTo>
                <a:lnTo>
                  <a:pt x="15168" y="13506"/>
                </a:lnTo>
                <a:lnTo>
                  <a:pt x="15168" y="13360"/>
                </a:lnTo>
                <a:lnTo>
                  <a:pt x="15119" y="13213"/>
                </a:lnTo>
                <a:lnTo>
                  <a:pt x="15070" y="13067"/>
                </a:lnTo>
                <a:lnTo>
                  <a:pt x="14997" y="12920"/>
                </a:lnTo>
                <a:lnTo>
                  <a:pt x="13898" y="11552"/>
                </a:lnTo>
                <a:lnTo>
                  <a:pt x="14068" y="11210"/>
                </a:lnTo>
                <a:lnTo>
                  <a:pt x="14215" y="10868"/>
                </a:lnTo>
                <a:lnTo>
                  <a:pt x="14362" y="10502"/>
                </a:lnTo>
                <a:lnTo>
                  <a:pt x="14459" y="10160"/>
                </a:lnTo>
                <a:lnTo>
                  <a:pt x="16218" y="9965"/>
                </a:lnTo>
                <a:lnTo>
                  <a:pt x="16364" y="9916"/>
                </a:lnTo>
                <a:lnTo>
                  <a:pt x="16511" y="9867"/>
                </a:lnTo>
                <a:lnTo>
                  <a:pt x="16657" y="9769"/>
                </a:lnTo>
                <a:lnTo>
                  <a:pt x="16755" y="9672"/>
                </a:lnTo>
                <a:lnTo>
                  <a:pt x="16853" y="9525"/>
                </a:lnTo>
                <a:lnTo>
                  <a:pt x="16926" y="9403"/>
                </a:lnTo>
                <a:lnTo>
                  <a:pt x="16975" y="9257"/>
                </a:lnTo>
                <a:lnTo>
                  <a:pt x="16999" y="9086"/>
                </a:lnTo>
                <a:lnTo>
                  <a:pt x="16999" y="7913"/>
                </a:lnTo>
                <a:lnTo>
                  <a:pt x="16975" y="7742"/>
                </a:lnTo>
                <a:lnTo>
                  <a:pt x="16926" y="7596"/>
                </a:lnTo>
                <a:lnTo>
                  <a:pt x="16853" y="7474"/>
                </a:lnTo>
                <a:lnTo>
                  <a:pt x="16755" y="7327"/>
                </a:lnTo>
                <a:lnTo>
                  <a:pt x="16657" y="7229"/>
                </a:lnTo>
                <a:lnTo>
                  <a:pt x="16511" y="7132"/>
                </a:lnTo>
                <a:lnTo>
                  <a:pt x="16364" y="7083"/>
                </a:lnTo>
                <a:lnTo>
                  <a:pt x="16218" y="7034"/>
                </a:lnTo>
                <a:lnTo>
                  <a:pt x="14459" y="6839"/>
                </a:lnTo>
                <a:lnTo>
                  <a:pt x="14362" y="6497"/>
                </a:lnTo>
                <a:lnTo>
                  <a:pt x="14215" y="6130"/>
                </a:lnTo>
                <a:lnTo>
                  <a:pt x="14068" y="5788"/>
                </a:lnTo>
                <a:lnTo>
                  <a:pt x="13898" y="5447"/>
                </a:lnTo>
                <a:lnTo>
                  <a:pt x="14997" y="4079"/>
                </a:lnTo>
                <a:lnTo>
                  <a:pt x="15070" y="3932"/>
                </a:lnTo>
                <a:lnTo>
                  <a:pt x="15119" y="3786"/>
                </a:lnTo>
                <a:lnTo>
                  <a:pt x="15168" y="3639"/>
                </a:lnTo>
                <a:lnTo>
                  <a:pt x="15168" y="3493"/>
                </a:lnTo>
                <a:lnTo>
                  <a:pt x="15143" y="3322"/>
                </a:lnTo>
                <a:lnTo>
                  <a:pt x="15094" y="3175"/>
                </a:lnTo>
                <a:lnTo>
                  <a:pt x="15021" y="3029"/>
                </a:lnTo>
                <a:lnTo>
                  <a:pt x="14923" y="2907"/>
                </a:lnTo>
                <a:lnTo>
                  <a:pt x="14093" y="2076"/>
                </a:lnTo>
                <a:lnTo>
                  <a:pt x="13971" y="1978"/>
                </a:lnTo>
                <a:lnTo>
                  <a:pt x="13824" y="1905"/>
                </a:lnTo>
                <a:lnTo>
                  <a:pt x="13678" y="1856"/>
                </a:lnTo>
                <a:lnTo>
                  <a:pt x="13507" y="1832"/>
                </a:lnTo>
                <a:lnTo>
                  <a:pt x="13360" y="1832"/>
                </a:lnTo>
                <a:lnTo>
                  <a:pt x="13214" y="1881"/>
                </a:lnTo>
                <a:lnTo>
                  <a:pt x="13067" y="1930"/>
                </a:lnTo>
                <a:lnTo>
                  <a:pt x="12921" y="2027"/>
                </a:lnTo>
                <a:lnTo>
                  <a:pt x="11553" y="3102"/>
                </a:lnTo>
                <a:lnTo>
                  <a:pt x="11211" y="2931"/>
                </a:lnTo>
                <a:lnTo>
                  <a:pt x="10869" y="2784"/>
                </a:lnTo>
                <a:lnTo>
                  <a:pt x="10503" y="2638"/>
                </a:lnTo>
                <a:lnTo>
                  <a:pt x="10161" y="2540"/>
                </a:lnTo>
                <a:lnTo>
                  <a:pt x="9965" y="782"/>
                </a:lnTo>
                <a:lnTo>
                  <a:pt x="9917" y="635"/>
                </a:lnTo>
                <a:lnTo>
                  <a:pt x="9868" y="489"/>
                </a:lnTo>
                <a:lnTo>
                  <a:pt x="9770" y="342"/>
                </a:lnTo>
                <a:lnTo>
                  <a:pt x="9672" y="244"/>
                </a:lnTo>
                <a:lnTo>
                  <a:pt x="9526" y="147"/>
                </a:lnTo>
                <a:lnTo>
                  <a:pt x="9404" y="73"/>
                </a:lnTo>
                <a:lnTo>
                  <a:pt x="9257" y="25"/>
                </a:lnTo>
                <a:lnTo>
                  <a:pt x="9086" y="0"/>
                </a:lnTo>
                <a:close/>
              </a:path>
            </a:pathLst>
          </a:custGeom>
          <a:solidFill>
            <a:srgbClr val="1847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3" name="Google Shape;203;p6"/>
          <p:cNvGrpSpPr/>
          <p:nvPr/>
        </p:nvGrpSpPr>
        <p:grpSpPr>
          <a:xfrm>
            <a:off x="7354067" y="3426715"/>
            <a:ext cx="455624" cy="437054"/>
            <a:chOff x="5241175" y="4959100"/>
            <a:chExt cx="539775" cy="517775"/>
          </a:xfrm>
        </p:grpSpPr>
        <p:sp>
          <p:nvSpPr>
            <p:cNvPr id="204" name="Google Shape;204;p6"/>
            <p:cNvSpPr/>
            <p:nvPr/>
          </p:nvSpPr>
          <p:spPr>
            <a:xfrm>
              <a:off x="5575150" y="4959100"/>
              <a:ext cx="161225" cy="178300"/>
            </a:xfrm>
            <a:custGeom>
              <a:avLst/>
              <a:gdLst/>
              <a:ahLst/>
              <a:cxnLst/>
              <a:rect l="l" t="t" r="r" b="b"/>
              <a:pathLst>
                <a:path w="6449" h="7132" extrusionOk="0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5330925" y="4985350"/>
              <a:ext cx="128250" cy="148400"/>
            </a:xfrm>
            <a:custGeom>
              <a:avLst/>
              <a:gdLst/>
              <a:ahLst/>
              <a:cxnLst/>
              <a:rect l="l" t="t" r="r" b="b"/>
              <a:pathLst>
                <a:path w="5130" h="5936" extrusionOk="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5241175" y="5241175"/>
              <a:ext cx="180125" cy="109325"/>
            </a:xfrm>
            <a:custGeom>
              <a:avLst/>
              <a:gdLst/>
              <a:ahLst/>
              <a:cxnLst/>
              <a:rect l="l" t="t" r="r" b="b"/>
              <a:pathLst>
                <a:path w="7205" h="4373" extrusionOk="0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6"/>
            <p:cNvSpPr/>
            <p:nvPr/>
          </p:nvSpPr>
          <p:spPr>
            <a:xfrm>
              <a:off x="5461575" y="5316900"/>
              <a:ext cx="89175" cy="159975"/>
            </a:xfrm>
            <a:custGeom>
              <a:avLst/>
              <a:gdLst/>
              <a:ahLst/>
              <a:cxnLst/>
              <a:rect l="l" t="t" r="r" b="b"/>
              <a:pathLst>
                <a:path w="3567" h="6399" extrusionOk="0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6"/>
            <p:cNvSpPr/>
            <p:nvPr/>
          </p:nvSpPr>
          <p:spPr>
            <a:xfrm>
              <a:off x="5619100" y="5194175"/>
              <a:ext cx="161850" cy="89775"/>
            </a:xfrm>
            <a:custGeom>
              <a:avLst/>
              <a:gdLst/>
              <a:ahLst/>
              <a:cxnLst/>
              <a:rect l="l" t="t" r="r" b="b"/>
              <a:pathLst>
                <a:path w="6474" h="3591" extrusionOk="0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5420075" y="5116000"/>
              <a:ext cx="189300" cy="189925"/>
            </a:xfrm>
            <a:custGeom>
              <a:avLst/>
              <a:gdLst/>
              <a:ahLst/>
              <a:cxnLst/>
              <a:rect l="l" t="t" r="r" b="b"/>
              <a:pathLst>
                <a:path w="7572" h="7597" extrusionOk="0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1847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" name="Google Shape;210;p6"/>
          <p:cNvSpPr/>
          <p:nvPr/>
        </p:nvSpPr>
        <p:spPr>
          <a:xfrm>
            <a:off x="8081326" y="3153875"/>
            <a:ext cx="299952" cy="272838"/>
          </a:xfrm>
          <a:custGeom>
            <a:avLst/>
            <a:gdLst/>
            <a:ahLst/>
            <a:cxnLst/>
            <a:rect l="l" t="t" r="r" b="b"/>
            <a:pathLst>
              <a:path w="16218" h="14752" extrusionOk="0">
                <a:moveTo>
                  <a:pt x="7694" y="0"/>
                </a:moveTo>
                <a:lnTo>
                  <a:pt x="7279" y="25"/>
                </a:lnTo>
                <a:lnTo>
                  <a:pt x="6863" y="74"/>
                </a:lnTo>
                <a:lnTo>
                  <a:pt x="6473" y="123"/>
                </a:lnTo>
                <a:lnTo>
                  <a:pt x="6082" y="196"/>
                </a:lnTo>
                <a:lnTo>
                  <a:pt x="5691" y="293"/>
                </a:lnTo>
                <a:lnTo>
                  <a:pt x="5325" y="416"/>
                </a:lnTo>
                <a:lnTo>
                  <a:pt x="4958" y="538"/>
                </a:lnTo>
                <a:lnTo>
                  <a:pt x="4592" y="660"/>
                </a:lnTo>
                <a:lnTo>
                  <a:pt x="4250" y="831"/>
                </a:lnTo>
                <a:lnTo>
                  <a:pt x="3908" y="977"/>
                </a:lnTo>
                <a:lnTo>
                  <a:pt x="3566" y="1173"/>
                </a:lnTo>
                <a:lnTo>
                  <a:pt x="3249" y="1368"/>
                </a:lnTo>
                <a:lnTo>
                  <a:pt x="2956" y="1563"/>
                </a:lnTo>
                <a:lnTo>
                  <a:pt x="2663" y="1783"/>
                </a:lnTo>
                <a:lnTo>
                  <a:pt x="2370" y="2003"/>
                </a:lnTo>
                <a:lnTo>
                  <a:pt x="2101" y="2247"/>
                </a:lnTo>
                <a:lnTo>
                  <a:pt x="1857" y="2492"/>
                </a:lnTo>
                <a:lnTo>
                  <a:pt x="1612" y="2760"/>
                </a:lnTo>
                <a:lnTo>
                  <a:pt x="1393" y="3029"/>
                </a:lnTo>
                <a:lnTo>
                  <a:pt x="1173" y="3298"/>
                </a:lnTo>
                <a:lnTo>
                  <a:pt x="977" y="3591"/>
                </a:lnTo>
                <a:lnTo>
                  <a:pt x="807" y="3884"/>
                </a:lnTo>
                <a:lnTo>
                  <a:pt x="636" y="4201"/>
                </a:lnTo>
                <a:lnTo>
                  <a:pt x="489" y="4519"/>
                </a:lnTo>
                <a:lnTo>
                  <a:pt x="367" y="4836"/>
                </a:lnTo>
                <a:lnTo>
                  <a:pt x="245" y="5154"/>
                </a:lnTo>
                <a:lnTo>
                  <a:pt x="172" y="5496"/>
                </a:lnTo>
                <a:lnTo>
                  <a:pt x="98" y="5838"/>
                </a:lnTo>
                <a:lnTo>
                  <a:pt x="49" y="6179"/>
                </a:lnTo>
                <a:lnTo>
                  <a:pt x="1" y="6521"/>
                </a:lnTo>
                <a:lnTo>
                  <a:pt x="1" y="6888"/>
                </a:lnTo>
                <a:lnTo>
                  <a:pt x="1" y="7254"/>
                </a:lnTo>
                <a:lnTo>
                  <a:pt x="49" y="7645"/>
                </a:lnTo>
                <a:lnTo>
                  <a:pt x="98" y="8011"/>
                </a:lnTo>
                <a:lnTo>
                  <a:pt x="196" y="8353"/>
                </a:lnTo>
                <a:lnTo>
                  <a:pt x="294" y="8719"/>
                </a:lnTo>
                <a:lnTo>
                  <a:pt x="416" y="9061"/>
                </a:lnTo>
                <a:lnTo>
                  <a:pt x="562" y="9403"/>
                </a:lnTo>
                <a:lnTo>
                  <a:pt x="733" y="9745"/>
                </a:lnTo>
                <a:lnTo>
                  <a:pt x="904" y="10063"/>
                </a:lnTo>
                <a:lnTo>
                  <a:pt x="1100" y="10356"/>
                </a:lnTo>
                <a:lnTo>
                  <a:pt x="1344" y="10673"/>
                </a:lnTo>
                <a:lnTo>
                  <a:pt x="1564" y="10966"/>
                </a:lnTo>
                <a:lnTo>
                  <a:pt x="1832" y="11235"/>
                </a:lnTo>
                <a:lnTo>
                  <a:pt x="2101" y="11504"/>
                </a:lnTo>
                <a:lnTo>
                  <a:pt x="2394" y="11772"/>
                </a:lnTo>
                <a:lnTo>
                  <a:pt x="2687" y="12017"/>
                </a:lnTo>
                <a:lnTo>
                  <a:pt x="2492" y="12383"/>
                </a:lnTo>
                <a:lnTo>
                  <a:pt x="2272" y="12749"/>
                </a:lnTo>
                <a:lnTo>
                  <a:pt x="2028" y="13140"/>
                </a:lnTo>
                <a:lnTo>
                  <a:pt x="1710" y="13506"/>
                </a:lnTo>
                <a:lnTo>
                  <a:pt x="1368" y="13873"/>
                </a:lnTo>
                <a:lnTo>
                  <a:pt x="1173" y="14044"/>
                </a:lnTo>
                <a:lnTo>
                  <a:pt x="953" y="14190"/>
                </a:lnTo>
                <a:lnTo>
                  <a:pt x="733" y="14337"/>
                </a:lnTo>
                <a:lnTo>
                  <a:pt x="513" y="14483"/>
                </a:lnTo>
                <a:lnTo>
                  <a:pt x="269" y="14581"/>
                </a:lnTo>
                <a:lnTo>
                  <a:pt x="1" y="14703"/>
                </a:lnTo>
                <a:lnTo>
                  <a:pt x="123" y="14703"/>
                </a:lnTo>
                <a:lnTo>
                  <a:pt x="489" y="14752"/>
                </a:lnTo>
                <a:lnTo>
                  <a:pt x="1368" y="14752"/>
                </a:lnTo>
                <a:lnTo>
                  <a:pt x="1710" y="14728"/>
                </a:lnTo>
                <a:lnTo>
                  <a:pt x="2101" y="14654"/>
                </a:lnTo>
                <a:lnTo>
                  <a:pt x="2492" y="14581"/>
                </a:lnTo>
                <a:lnTo>
                  <a:pt x="2907" y="14459"/>
                </a:lnTo>
                <a:lnTo>
                  <a:pt x="3322" y="14312"/>
                </a:lnTo>
                <a:lnTo>
                  <a:pt x="3762" y="14117"/>
                </a:lnTo>
                <a:lnTo>
                  <a:pt x="4177" y="13873"/>
                </a:lnTo>
                <a:lnTo>
                  <a:pt x="4592" y="13604"/>
                </a:lnTo>
                <a:lnTo>
                  <a:pt x="4983" y="13238"/>
                </a:lnTo>
                <a:lnTo>
                  <a:pt x="5349" y="13360"/>
                </a:lnTo>
                <a:lnTo>
                  <a:pt x="5716" y="13482"/>
                </a:lnTo>
                <a:lnTo>
                  <a:pt x="6106" y="13555"/>
                </a:lnTo>
                <a:lnTo>
                  <a:pt x="6497" y="13628"/>
                </a:lnTo>
                <a:lnTo>
                  <a:pt x="6888" y="13702"/>
                </a:lnTo>
                <a:lnTo>
                  <a:pt x="7279" y="13751"/>
                </a:lnTo>
                <a:lnTo>
                  <a:pt x="7694" y="13775"/>
                </a:lnTo>
                <a:lnTo>
                  <a:pt x="8524" y="13775"/>
                </a:lnTo>
                <a:lnTo>
                  <a:pt x="8939" y="13751"/>
                </a:lnTo>
                <a:lnTo>
                  <a:pt x="9355" y="13702"/>
                </a:lnTo>
                <a:lnTo>
                  <a:pt x="9745" y="13628"/>
                </a:lnTo>
                <a:lnTo>
                  <a:pt x="10136" y="13555"/>
                </a:lnTo>
                <a:lnTo>
                  <a:pt x="10527" y="13458"/>
                </a:lnTo>
                <a:lnTo>
                  <a:pt x="10893" y="13360"/>
                </a:lnTo>
                <a:lnTo>
                  <a:pt x="11260" y="13238"/>
                </a:lnTo>
                <a:lnTo>
                  <a:pt x="11626" y="13091"/>
                </a:lnTo>
                <a:lnTo>
                  <a:pt x="11968" y="12945"/>
                </a:lnTo>
                <a:lnTo>
                  <a:pt x="12310" y="12774"/>
                </a:lnTo>
                <a:lnTo>
                  <a:pt x="12652" y="12603"/>
                </a:lnTo>
                <a:lnTo>
                  <a:pt x="12969" y="12407"/>
                </a:lnTo>
                <a:lnTo>
                  <a:pt x="13262" y="12212"/>
                </a:lnTo>
                <a:lnTo>
                  <a:pt x="13555" y="11992"/>
                </a:lnTo>
                <a:lnTo>
                  <a:pt x="13848" y="11748"/>
                </a:lnTo>
                <a:lnTo>
                  <a:pt x="14117" y="11528"/>
                </a:lnTo>
                <a:lnTo>
                  <a:pt x="14361" y="11259"/>
                </a:lnTo>
                <a:lnTo>
                  <a:pt x="14606" y="11015"/>
                </a:lnTo>
                <a:lnTo>
                  <a:pt x="14825" y="10747"/>
                </a:lnTo>
                <a:lnTo>
                  <a:pt x="15045" y="10453"/>
                </a:lnTo>
                <a:lnTo>
                  <a:pt x="15241" y="10160"/>
                </a:lnTo>
                <a:lnTo>
                  <a:pt x="15412" y="9867"/>
                </a:lnTo>
                <a:lnTo>
                  <a:pt x="15582" y="9574"/>
                </a:lnTo>
                <a:lnTo>
                  <a:pt x="15729" y="9257"/>
                </a:lnTo>
                <a:lnTo>
                  <a:pt x="15851" y="8939"/>
                </a:lnTo>
                <a:lnTo>
                  <a:pt x="15973" y="8597"/>
                </a:lnTo>
                <a:lnTo>
                  <a:pt x="16047" y="8280"/>
                </a:lnTo>
                <a:lnTo>
                  <a:pt x="16120" y="7938"/>
                </a:lnTo>
                <a:lnTo>
                  <a:pt x="16169" y="7596"/>
                </a:lnTo>
                <a:lnTo>
                  <a:pt x="16217" y="7230"/>
                </a:lnTo>
                <a:lnTo>
                  <a:pt x="16217" y="6888"/>
                </a:lnTo>
                <a:lnTo>
                  <a:pt x="16217" y="6521"/>
                </a:lnTo>
                <a:lnTo>
                  <a:pt x="16169" y="6179"/>
                </a:lnTo>
                <a:lnTo>
                  <a:pt x="16120" y="5838"/>
                </a:lnTo>
                <a:lnTo>
                  <a:pt x="16047" y="5496"/>
                </a:lnTo>
                <a:lnTo>
                  <a:pt x="15973" y="5154"/>
                </a:lnTo>
                <a:lnTo>
                  <a:pt x="15851" y="4836"/>
                </a:lnTo>
                <a:lnTo>
                  <a:pt x="15729" y="4519"/>
                </a:lnTo>
                <a:lnTo>
                  <a:pt x="15582" y="4201"/>
                </a:lnTo>
                <a:lnTo>
                  <a:pt x="15412" y="3884"/>
                </a:lnTo>
                <a:lnTo>
                  <a:pt x="15241" y="3591"/>
                </a:lnTo>
                <a:lnTo>
                  <a:pt x="15045" y="3298"/>
                </a:lnTo>
                <a:lnTo>
                  <a:pt x="14825" y="3029"/>
                </a:lnTo>
                <a:lnTo>
                  <a:pt x="14606" y="2760"/>
                </a:lnTo>
                <a:lnTo>
                  <a:pt x="14361" y="2492"/>
                </a:lnTo>
                <a:lnTo>
                  <a:pt x="14117" y="2247"/>
                </a:lnTo>
                <a:lnTo>
                  <a:pt x="13848" y="2003"/>
                </a:lnTo>
                <a:lnTo>
                  <a:pt x="13555" y="1783"/>
                </a:lnTo>
                <a:lnTo>
                  <a:pt x="13262" y="1563"/>
                </a:lnTo>
                <a:lnTo>
                  <a:pt x="12969" y="1368"/>
                </a:lnTo>
                <a:lnTo>
                  <a:pt x="12652" y="1173"/>
                </a:lnTo>
                <a:lnTo>
                  <a:pt x="12310" y="977"/>
                </a:lnTo>
                <a:lnTo>
                  <a:pt x="11968" y="831"/>
                </a:lnTo>
                <a:lnTo>
                  <a:pt x="11626" y="660"/>
                </a:lnTo>
                <a:lnTo>
                  <a:pt x="11260" y="538"/>
                </a:lnTo>
                <a:lnTo>
                  <a:pt x="10893" y="416"/>
                </a:lnTo>
                <a:lnTo>
                  <a:pt x="10527" y="293"/>
                </a:lnTo>
                <a:lnTo>
                  <a:pt x="10136" y="196"/>
                </a:lnTo>
                <a:lnTo>
                  <a:pt x="9745" y="123"/>
                </a:lnTo>
                <a:lnTo>
                  <a:pt x="9355" y="74"/>
                </a:lnTo>
                <a:lnTo>
                  <a:pt x="8939" y="25"/>
                </a:lnTo>
                <a:lnTo>
                  <a:pt x="8524" y="0"/>
                </a:lnTo>
                <a:close/>
              </a:path>
            </a:pathLst>
          </a:custGeom>
          <a:solidFill>
            <a:srgbClr val="3292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6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rgbClr val="0E293C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732700" y="1735600"/>
            <a:ext cx="49443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4000"/>
              <a:buFont typeface="Nixie One"/>
              <a:buNone/>
              <a:defRPr sz="40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732700" y="2255125"/>
            <a:ext cx="4944300" cy="16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00"/>
              </a:spcBef>
              <a:spcAft>
                <a:spcPts val="0"/>
              </a:spcAft>
              <a:buClr>
                <a:srgbClr val="19BBD5"/>
              </a:buClr>
              <a:buSzPts val="1400"/>
              <a:buFont typeface="Muli"/>
              <a:buChar char="◇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1400"/>
              <a:buFont typeface="Muli"/>
              <a:buChar char="￭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1400"/>
              <a:buFont typeface="Muli"/>
              <a:buChar char="￮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1400"/>
              <a:buFont typeface="Muli"/>
              <a:buChar char="●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9BBD5"/>
              </a:buClr>
              <a:buSzPts val="1400"/>
              <a:buFont typeface="Muli"/>
              <a:buChar char="○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C6DAEC"/>
              </a:buClr>
              <a:buSzPts val="1400"/>
              <a:buFont typeface="Muli"/>
              <a:buChar char="■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C6DAEC"/>
              </a:buClr>
              <a:buSzPts val="1400"/>
              <a:buFont typeface="Muli"/>
              <a:buChar char="●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C6DAEC"/>
              </a:buClr>
              <a:buSzPts val="1400"/>
              <a:buFont typeface="Muli"/>
              <a:buChar char="○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C6DAEC"/>
              </a:buClr>
              <a:buSzPts val="1400"/>
              <a:buFont typeface="Muli"/>
              <a:buChar char="■"/>
              <a:defRPr>
                <a:solidFill>
                  <a:srgbClr val="C6DAEC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1pPr>
            <a:lvl2pPr lvl="1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2pPr>
            <a:lvl3pPr lvl="2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3pPr>
            <a:lvl4pPr lvl="3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4pPr>
            <a:lvl5pPr lvl="4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5pPr>
            <a:lvl6pPr lvl="5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6pPr>
            <a:lvl7pPr lvl="6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7pPr>
            <a:lvl8pPr lvl="7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8pPr>
            <a:lvl9pPr lvl="8">
              <a:buNone/>
              <a:defRPr sz="1200">
                <a:solidFill>
                  <a:srgbClr val="19BBD5"/>
                </a:solidFill>
                <a:latin typeface="Nixie One"/>
                <a:ea typeface="Nixie One"/>
                <a:cs typeface="Nixie One"/>
                <a:sym typeface="Nixie On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1"/>
          <p:cNvSpPr txBox="1">
            <a:spLocks noGrp="1"/>
          </p:cNvSpPr>
          <p:nvPr>
            <p:ph type="ctrTitle"/>
          </p:nvPr>
        </p:nvSpPr>
        <p:spPr>
          <a:xfrm>
            <a:off x="1160979" y="1952088"/>
            <a:ext cx="6343500" cy="8938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/>
            </a:r>
            <a:br>
              <a:rPr lang="pt-BR" dirty="0"/>
            </a:br>
            <a:r>
              <a:rPr lang="pt-BR" sz="4000" b="1" dirty="0">
                <a:solidFill>
                  <a:srgbClr val="00B0F0"/>
                </a:solidFill>
                <a:latin typeface="Nixie One" panose="020B0604020202020204" charset="0"/>
              </a:rPr>
              <a:t>Angular</a:t>
            </a:r>
            <a:r>
              <a:rPr lang="pt-BR" dirty="0">
                <a:solidFill>
                  <a:srgbClr val="00B0F0"/>
                </a:solidFill>
                <a:latin typeface="Nixie One" panose="020B0604020202020204" charset="0"/>
              </a:rPr>
              <a:t/>
            </a:r>
            <a:br>
              <a:rPr lang="pt-BR" dirty="0">
                <a:solidFill>
                  <a:srgbClr val="00B0F0"/>
                </a:solidFill>
                <a:latin typeface="Nixie One" panose="020B0604020202020204" charset="0"/>
              </a:rPr>
            </a:br>
            <a:endParaRPr dirty="0">
              <a:solidFill>
                <a:srgbClr val="00B0F0"/>
              </a:solidFill>
              <a:latin typeface="Nixie One" panose="020B0604020202020204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0" y="4466392"/>
            <a:ext cx="4572000" cy="67710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>Leonardo </a:t>
            </a:r>
            <a:r>
              <a:rPr lang="pt-BR" sz="1200" dirty="0" err="1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>Naoki</a:t>
            </a:r>
            <a:r>
              <a:rPr lang="pt-BR" sz="12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> Narita – SP3022498</a:t>
            </a:r>
            <a:br>
              <a:rPr lang="pt-BR" sz="12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</a:br>
            <a:r>
              <a:rPr lang="pt-BR" sz="12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>Stefany Rodrigues dos Santos – SP303027X </a:t>
            </a:r>
            <a:r>
              <a:rPr lang="pt-BR" sz="4800" dirty="0">
                <a:solidFill>
                  <a:srgbClr val="00B0F0"/>
                </a:solidFill>
                <a:latin typeface="Nixie One"/>
                <a:sym typeface="Nixie One"/>
              </a:rPr>
              <a:t/>
            </a:r>
            <a:br>
              <a:rPr lang="pt-BR" sz="4800" dirty="0">
                <a:solidFill>
                  <a:srgbClr val="00B0F0"/>
                </a:solidFill>
                <a:latin typeface="Nixie One"/>
                <a:sym typeface="Nixie One"/>
              </a:rPr>
            </a:br>
            <a:endParaRPr lang="pt-BR" dirty="0">
              <a:solidFill>
                <a:srgbClr val="00B0F0"/>
              </a:solidFill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2286000" y="2845940"/>
            <a:ext cx="4572000" cy="67710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>Desenvolvimento Web II </a:t>
            </a:r>
          </a:p>
          <a:p>
            <a:pPr algn="ctr"/>
            <a:r>
              <a:rPr lang="pt-BR" sz="12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>Professor Floriano Ferreira dos Reis Filho</a:t>
            </a:r>
            <a:r>
              <a:rPr lang="pt-BR" sz="48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  <a:t/>
            </a:r>
            <a:br>
              <a:rPr lang="pt-BR" sz="4800" dirty="0">
                <a:solidFill>
                  <a:srgbClr val="00B0F0"/>
                </a:solidFill>
                <a:latin typeface="Nixie One" panose="020B0604020202020204" charset="0"/>
                <a:sym typeface="Nixie One"/>
              </a:rPr>
            </a:br>
            <a:endParaRPr lang="pt-BR" dirty="0">
              <a:solidFill>
                <a:srgbClr val="00B0F0"/>
              </a:solidFill>
              <a:latin typeface="Nixie One" panose="020B060402020202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5"/>
          <p:cNvSpPr txBox="1">
            <a:spLocks noGrp="1"/>
          </p:cNvSpPr>
          <p:nvPr>
            <p:ph type="body" idx="1"/>
          </p:nvPr>
        </p:nvSpPr>
        <p:spPr>
          <a:xfrm>
            <a:off x="1349375" y="267074"/>
            <a:ext cx="62823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b="1" dirty="0">
                <a:solidFill>
                  <a:srgbClr val="00B0F0"/>
                </a:solidFill>
                <a:latin typeface="Nixie One" panose="020B0604020202020204" charset="0"/>
              </a:rPr>
              <a:t>Conteúdo</a:t>
            </a:r>
            <a:r>
              <a:rPr lang="pt-BR" dirty="0">
                <a:solidFill>
                  <a:srgbClr val="00B0F0"/>
                </a:solidFill>
                <a:latin typeface="+mj-lt"/>
              </a:rPr>
              <a:t> </a:t>
            </a:r>
            <a:endParaRPr dirty="0">
              <a:solidFill>
                <a:srgbClr val="00B0F0"/>
              </a:solidFill>
              <a:latin typeface="+mj-lt"/>
            </a:endParaRPr>
          </a:p>
        </p:txBody>
      </p:sp>
      <p:sp>
        <p:nvSpPr>
          <p:cNvPr id="367" name="Google Shape;367;p15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3" name="Retângulo 2"/>
          <p:cNvSpPr/>
          <p:nvPr/>
        </p:nvSpPr>
        <p:spPr>
          <a:xfrm>
            <a:off x="2420087" y="1441817"/>
            <a:ext cx="3289683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Revisão: </a:t>
            </a:r>
            <a:r>
              <a:rPr lang="pt-BR" sz="1600" dirty="0" err="1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Typescript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 e SPA;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Introdução ao 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Angular;</a:t>
            </a:r>
            <a:endParaRPr lang="pt-BR" sz="1600" dirty="0">
              <a:solidFill>
                <a:schemeClr val="tx1"/>
              </a:solidFill>
              <a:latin typeface="Nixie One" panose="020B060402020202020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Vantagens e desvantagens;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Estruturas fundamentais;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Criação do projeto Angular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;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Referências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4"/>
          <p:cNvSpPr txBox="1">
            <a:spLocks noGrp="1"/>
          </p:cNvSpPr>
          <p:nvPr>
            <p:ph type="ctrTitle"/>
          </p:nvPr>
        </p:nvSpPr>
        <p:spPr>
          <a:xfrm>
            <a:off x="2476575" y="1676400"/>
            <a:ext cx="5638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00B0F0"/>
                </a:solidFill>
              </a:rPr>
              <a:t>Revisão: </a:t>
            </a:r>
            <a:r>
              <a:rPr lang="pt-BR" sz="2400" dirty="0" err="1">
                <a:solidFill>
                  <a:srgbClr val="00B0F0"/>
                </a:solidFill>
              </a:rPr>
              <a:t>Typescript</a:t>
            </a:r>
            <a:r>
              <a:rPr lang="pt-BR" sz="2400" dirty="0">
                <a:solidFill>
                  <a:srgbClr val="00B0F0"/>
                </a:solidFill>
              </a:rPr>
              <a:t> e SPA</a:t>
            </a:r>
            <a:endParaRPr sz="2400" dirty="0">
              <a:solidFill>
                <a:srgbClr val="00B0F0"/>
              </a:solidFill>
            </a:endParaRPr>
          </a:p>
        </p:txBody>
      </p:sp>
      <p:sp>
        <p:nvSpPr>
          <p:cNvPr id="361" name="Google Shape;361;p14"/>
          <p:cNvSpPr txBox="1"/>
          <p:nvPr/>
        </p:nvSpPr>
        <p:spPr>
          <a:xfrm>
            <a:off x="409575" y="1676400"/>
            <a:ext cx="2067000" cy="17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6"/>
          <p:cNvSpPr txBox="1">
            <a:spLocks noGrp="1"/>
          </p:cNvSpPr>
          <p:nvPr>
            <p:ph type="title"/>
          </p:nvPr>
        </p:nvSpPr>
        <p:spPr>
          <a:xfrm>
            <a:off x="2205194" y="0"/>
            <a:ext cx="4944300" cy="117882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Revisão: Typescript e SPA</a:t>
            </a:r>
            <a:endParaRPr sz="2400" dirty="0"/>
          </a:p>
        </p:txBody>
      </p:sp>
      <p:sp>
        <p:nvSpPr>
          <p:cNvPr id="373" name="Google Shape;373;p16"/>
          <p:cNvSpPr txBox="1">
            <a:spLocks noGrp="1"/>
          </p:cNvSpPr>
          <p:nvPr>
            <p:ph type="body" idx="1"/>
          </p:nvPr>
        </p:nvSpPr>
        <p:spPr>
          <a:xfrm>
            <a:off x="373524" y="2121825"/>
            <a:ext cx="3225194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lvl="0" indent="0" algn="l" rtl="0"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pt-BR" sz="1600" b="1" dirty="0" err="1">
                <a:latin typeface="Nixie One" panose="020B0604020202020204" charset="0"/>
              </a:rPr>
              <a:t>Typescript</a:t>
            </a:r>
            <a:r>
              <a:rPr lang="pt-BR" sz="1600" b="1" dirty="0">
                <a:latin typeface="Nixie One" panose="020B0604020202020204" charset="0"/>
              </a:rPr>
              <a:t> </a:t>
            </a:r>
            <a:endParaRPr lang="pt-BR" sz="1600" dirty="0">
              <a:latin typeface="Nixie One" panose="020B0604020202020204" charset="0"/>
            </a:endParaRPr>
          </a:p>
          <a:p>
            <a:pPr lvl="0" algn="l" rtl="0">
              <a:spcBef>
                <a:spcPts val="600"/>
              </a:spcBef>
              <a:spcAft>
                <a:spcPts val="0"/>
              </a:spcAft>
              <a:buSzPts val="1400"/>
              <a:buFont typeface="Wingdings" panose="05000000000000000000" pitchFamily="2" charset="2"/>
              <a:buChar char="Ø"/>
            </a:pPr>
            <a:r>
              <a:rPr lang="pt-BR" sz="1600" dirty="0" err="1">
                <a:latin typeface="Nixie One" panose="020B0604020202020204" charset="0"/>
              </a:rPr>
              <a:t>Superset</a:t>
            </a:r>
            <a:r>
              <a:rPr lang="pt-BR" sz="1600" dirty="0">
                <a:latin typeface="Nixie One" panose="020B0604020202020204" charset="0"/>
              </a:rPr>
              <a:t> do </a:t>
            </a:r>
            <a:r>
              <a:rPr lang="pt-BR" sz="1600" dirty="0" err="1">
                <a:latin typeface="Nixie One" panose="020B0604020202020204" charset="0"/>
              </a:rPr>
              <a:t>Javascript</a:t>
            </a:r>
            <a:r>
              <a:rPr lang="pt-BR" sz="1600" dirty="0">
                <a:latin typeface="Nixie One" panose="020B0604020202020204" charset="0"/>
              </a:rPr>
              <a:t>;</a:t>
            </a:r>
          </a:p>
          <a:p>
            <a:pPr lvl="0" algn="l" rtl="0">
              <a:spcBef>
                <a:spcPts val="600"/>
              </a:spcBef>
              <a:spcAft>
                <a:spcPts val="0"/>
              </a:spcAft>
              <a:buSzPts val="1400"/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Tipagem de </a:t>
            </a:r>
            <a:r>
              <a:rPr lang="pt-BR" sz="1600" dirty="0" smtClean="0">
                <a:latin typeface="Nixie One" panose="020B0604020202020204" charset="0"/>
              </a:rPr>
              <a:t>dados.</a:t>
            </a:r>
            <a:endParaRPr lang="pt-BR" sz="1600" dirty="0">
              <a:latin typeface="Nixie One" panose="020B0604020202020204" charset="0"/>
            </a:endParaRPr>
          </a:p>
        </p:txBody>
      </p:sp>
      <p:sp>
        <p:nvSpPr>
          <p:cNvPr id="2" name="Espaço Reservado para Texto 1"/>
          <p:cNvSpPr>
            <a:spLocks noGrp="1"/>
          </p:cNvSpPr>
          <p:nvPr>
            <p:ph type="body" idx="2"/>
          </p:nvPr>
        </p:nvSpPr>
        <p:spPr>
          <a:xfrm>
            <a:off x="3924300" y="2121825"/>
            <a:ext cx="3225194" cy="2663700"/>
          </a:xfrm>
        </p:spPr>
        <p:txBody>
          <a:bodyPr/>
          <a:lstStyle/>
          <a:p>
            <a:pPr marL="139700" indent="0">
              <a:buNone/>
            </a:pPr>
            <a:r>
              <a:rPr lang="pt-BR" sz="1600" b="1" dirty="0">
                <a:latin typeface="Nixie One" panose="020B0604020202020204" charset="0"/>
              </a:rPr>
              <a:t>SPA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1600" dirty="0" smtClean="0">
                <a:latin typeface="Nixie One" panose="020B0604020202020204" charset="0"/>
              </a:rPr>
              <a:t>Desenvolvimento de </a:t>
            </a:r>
            <a:r>
              <a:rPr lang="pt-BR" sz="1600" dirty="0">
                <a:latin typeface="Nixie One" panose="020B0604020202020204" charset="0"/>
              </a:rPr>
              <a:t>aplicações </a:t>
            </a:r>
            <a:r>
              <a:rPr lang="pt-BR" sz="1600" dirty="0" smtClean="0">
                <a:latin typeface="Nixie One" panose="020B0604020202020204" charset="0"/>
              </a:rPr>
              <a:t>Web.</a:t>
            </a:r>
            <a:endParaRPr lang="pt-BR" sz="1600" dirty="0">
              <a:latin typeface="Nixie One" panose="020B0604020202020204" charset="0"/>
            </a:endParaRPr>
          </a:p>
        </p:txBody>
      </p:sp>
      <p:sp>
        <p:nvSpPr>
          <p:cNvPr id="374" name="Google Shape;374;p16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4"/>
          <p:cNvSpPr txBox="1">
            <a:spLocks noGrp="1"/>
          </p:cNvSpPr>
          <p:nvPr>
            <p:ph type="ctrTitle"/>
          </p:nvPr>
        </p:nvSpPr>
        <p:spPr>
          <a:xfrm>
            <a:off x="2743200" y="2105625"/>
            <a:ext cx="5638800" cy="9133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rgbClr val="00B0F0"/>
                </a:solidFill>
              </a:rPr>
              <a:t> </a:t>
            </a:r>
            <a:r>
              <a:rPr lang="pt-BR" sz="2400" dirty="0">
                <a:solidFill>
                  <a:srgbClr val="00B0F0"/>
                </a:solidFill>
              </a:rPr>
              <a:t>Introdução ao Angular</a:t>
            </a:r>
            <a:endParaRPr sz="2400" dirty="0">
              <a:solidFill>
                <a:srgbClr val="00B0F0"/>
              </a:solidFill>
            </a:endParaRPr>
          </a:p>
        </p:txBody>
      </p:sp>
      <p:sp>
        <p:nvSpPr>
          <p:cNvPr id="361" name="Google Shape;361;p14"/>
          <p:cNvSpPr txBox="1"/>
          <p:nvPr/>
        </p:nvSpPr>
        <p:spPr>
          <a:xfrm>
            <a:off x="409575" y="1676400"/>
            <a:ext cx="2067000" cy="17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37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8"/>
          <p:cNvSpPr txBox="1">
            <a:spLocks noGrp="1"/>
          </p:cNvSpPr>
          <p:nvPr>
            <p:ph type="body" idx="1"/>
          </p:nvPr>
        </p:nvSpPr>
        <p:spPr>
          <a:xfrm>
            <a:off x="1831575" y="1466500"/>
            <a:ext cx="5139450" cy="30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Framework </a:t>
            </a:r>
            <a:r>
              <a:rPr lang="pt-BR" sz="1600" dirty="0" err="1">
                <a:latin typeface="Nixie One" panose="020B0604020202020204" charset="0"/>
              </a:rPr>
              <a:t>Javascript</a:t>
            </a:r>
            <a:r>
              <a:rPr lang="pt-BR" sz="1600" dirty="0">
                <a:latin typeface="Nixie One" panose="020B0604020202020204" charset="0"/>
              </a:rPr>
              <a:t> criado pelo Google;</a:t>
            </a:r>
          </a:p>
          <a:p>
            <a:pPr marL="285750" lvl="0" indent="-285750" algn="just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Páginas dinâmicas;</a:t>
            </a:r>
          </a:p>
          <a:p>
            <a:pPr marL="285750" lvl="0" indent="-285750" algn="just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O Angular utiliza </a:t>
            </a:r>
            <a:r>
              <a:rPr lang="pt-BR" sz="1600" dirty="0" err="1">
                <a:latin typeface="Nixie One" panose="020B0604020202020204" charset="0"/>
              </a:rPr>
              <a:t>Javascript</a:t>
            </a:r>
            <a:r>
              <a:rPr lang="pt-BR" sz="1600" dirty="0">
                <a:latin typeface="Nixie One" panose="020B0604020202020204" charset="0"/>
              </a:rPr>
              <a:t>, HTML e CSS;</a:t>
            </a:r>
          </a:p>
          <a:p>
            <a:pPr marL="285750" lvl="0" indent="-285750" algn="just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Podem usar </a:t>
            </a:r>
            <a:r>
              <a:rPr lang="pt-BR" sz="1600" dirty="0" err="1">
                <a:latin typeface="Nixie One" panose="020B0604020202020204" charset="0"/>
              </a:rPr>
              <a:t>libs</a:t>
            </a:r>
            <a:r>
              <a:rPr lang="pt-BR" sz="1600" dirty="0">
                <a:latin typeface="Nixie One" panose="020B0604020202020204" charset="0"/>
              </a:rPr>
              <a:t> externas, como </a:t>
            </a:r>
            <a:r>
              <a:rPr lang="pt-BR" sz="1600" dirty="0" err="1">
                <a:latin typeface="Nixie One" panose="020B0604020202020204" charset="0"/>
              </a:rPr>
              <a:t>boostrap</a:t>
            </a:r>
            <a:r>
              <a:rPr lang="pt-BR" sz="1600" dirty="0">
                <a:latin typeface="Nixie One" panose="020B0604020202020204" charset="0"/>
              </a:rPr>
              <a:t>. Angular material, entre outros.</a:t>
            </a:r>
          </a:p>
        </p:txBody>
      </p:sp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2026725" y="554500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Introdução ao Angular</a:t>
            </a:r>
            <a:endParaRPr sz="2400" dirty="0"/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4"/>
          <p:cNvSpPr txBox="1">
            <a:spLocks noGrp="1"/>
          </p:cNvSpPr>
          <p:nvPr>
            <p:ph type="ctrTitle"/>
          </p:nvPr>
        </p:nvSpPr>
        <p:spPr>
          <a:xfrm>
            <a:off x="2724150" y="2019300"/>
            <a:ext cx="5638800" cy="108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00B0F0"/>
                </a:solidFill>
              </a:rPr>
              <a:t>Vantagens e desvantagens</a:t>
            </a:r>
            <a:endParaRPr sz="2400" dirty="0">
              <a:solidFill>
                <a:srgbClr val="00B0F0"/>
              </a:solidFill>
            </a:endParaRPr>
          </a:p>
        </p:txBody>
      </p:sp>
      <p:sp>
        <p:nvSpPr>
          <p:cNvPr id="361" name="Google Shape;361;p14"/>
          <p:cNvSpPr txBox="1"/>
          <p:nvPr/>
        </p:nvSpPr>
        <p:spPr>
          <a:xfrm>
            <a:off x="409575" y="1676400"/>
            <a:ext cx="2067000" cy="17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9062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2089938" y="802364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Vantagens e desvantagens</a:t>
            </a:r>
            <a:endParaRPr sz="2400" dirty="0"/>
          </a:p>
        </p:txBody>
      </p:sp>
      <p:sp>
        <p:nvSpPr>
          <p:cNvPr id="398" name="Google Shape;398;p18"/>
          <p:cNvSpPr txBox="1">
            <a:spLocks noGrp="1"/>
          </p:cNvSpPr>
          <p:nvPr>
            <p:ph type="body" idx="1"/>
          </p:nvPr>
        </p:nvSpPr>
        <p:spPr>
          <a:xfrm>
            <a:off x="1059874" y="1614349"/>
            <a:ext cx="3636818" cy="32763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600" b="1" dirty="0">
                <a:latin typeface="Nixie One" panose="020B0604020202020204" charset="0"/>
              </a:rPr>
              <a:t>Vantagens</a:t>
            </a:r>
          </a:p>
          <a:p>
            <a:pPr marL="285750" lvl="0" indent="-285750" algn="l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Combinação de dados bidirecional;</a:t>
            </a:r>
          </a:p>
          <a:p>
            <a:pPr marL="285750" lvl="0" indent="-285750" algn="l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Consumo API REST (</a:t>
            </a:r>
            <a:r>
              <a:rPr lang="pt-BR" sz="1600" dirty="0" err="1">
                <a:latin typeface="Nixie One" panose="020B0604020202020204" charset="0"/>
              </a:rPr>
              <a:t>backend</a:t>
            </a:r>
            <a:r>
              <a:rPr lang="pt-BR" sz="1600" dirty="0" smtClean="0">
                <a:latin typeface="Nixie One" panose="020B0604020202020204" charset="0"/>
              </a:rPr>
              <a:t>);</a:t>
            </a:r>
            <a:endParaRPr lang="pt-BR" sz="1600" dirty="0">
              <a:latin typeface="Nixie One" panose="020B0604020202020204" charset="0"/>
            </a:endParaRPr>
          </a:p>
          <a:p>
            <a:pPr marL="285750" lvl="0" indent="-285750" algn="l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Ambientes de </a:t>
            </a:r>
            <a:r>
              <a:rPr lang="pt-BR" sz="1600" dirty="0" smtClean="0">
                <a:latin typeface="Nixie One" panose="020B0604020202020204" charset="0"/>
              </a:rPr>
              <a:t>testes;</a:t>
            </a:r>
          </a:p>
          <a:p>
            <a:pPr marL="285750" lvl="0" indent="-285750" algn="l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pt-BR" sz="1600" dirty="0" smtClean="0">
                <a:latin typeface="Nixie One" panose="020B0604020202020204" charset="0"/>
              </a:rPr>
              <a:t>Compatibilidade desktop e mobile.</a:t>
            </a:r>
          </a:p>
        </p:txBody>
      </p:sp>
      <p:sp>
        <p:nvSpPr>
          <p:cNvPr id="2" name="Espaço Reservado para Texto 1"/>
          <p:cNvSpPr>
            <a:spLocks noGrp="1"/>
          </p:cNvSpPr>
          <p:nvPr>
            <p:ph type="body" idx="2"/>
          </p:nvPr>
        </p:nvSpPr>
        <p:spPr>
          <a:xfrm>
            <a:off x="4696692" y="1614349"/>
            <a:ext cx="3636818" cy="3276306"/>
          </a:xfrm>
        </p:spPr>
        <p:txBody>
          <a:bodyPr/>
          <a:lstStyle/>
          <a:p>
            <a:pPr marL="139700" indent="0">
              <a:buNone/>
            </a:pPr>
            <a:r>
              <a:rPr lang="pt-BR" sz="1600" b="1" dirty="0">
                <a:latin typeface="Nixie One" panose="020B0604020202020204" charset="0"/>
              </a:rPr>
              <a:t>Desvantagens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Mudanças significativas;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Sintaxe complexa.</a:t>
            </a:r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57330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4"/>
          <p:cNvSpPr txBox="1">
            <a:spLocks noGrp="1"/>
          </p:cNvSpPr>
          <p:nvPr>
            <p:ph type="ctrTitle"/>
          </p:nvPr>
        </p:nvSpPr>
        <p:spPr>
          <a:xfrm>
            <a:off x="2705100" y="2019300"/>
            <a:ext cx="5638800" cy="108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00B0F0"/>
                </a:solidFill>
              </a:rPr>
              <a:t>Estruturas Fundamentais</a:t>
            </a:r>
            <a:endParaRPr sz="2400" dirty="0">
              <a:solidFill>
                <a:srgbClr val="00B0F0"/>
              </a:solidFill>
            </a:endParaRPr>
          </a:p>
        </p:txBody>
      </p:sp>
      <p:sp>
        <p:nvSpPr>
          <p:cNvPr id="361" name="Google Shape;361;p14"/>
          <p:cNvSpPr txBox="1"/>
          <p:nvPr/>
        </p:nvSpPr>
        <p:spPr>
          <a:xfrm>
            <a:off x="409575" y="1676400"/>
            <a:ext cx="2067000" cy="17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14472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8"/>
          <p:cNvSpPr txBox="1">
            <a:spLocks noGrp="1"/>
          </p:cNvSpPr>
          <p:nvPr>
            <p:ph type="body" idx="1"/>
          </p:nvPr>
        </p:nvSpPr>
        <p:spPr>
          <a:xfrm>
            <a:off x="1350818" y="959683"/>
            <a:ext cx="6283038" cy="40625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just">
              <a:buNone/>
            </a:pPr>
            <a:r>
              <a:rPr lang="pt-BR" sz="1600" b="1" u="sng" dirty="0">
                <a:latin typeface="Nixie One" panose="020B0604020202020204" charset="0"/>
              </a:rPr>
              <a:t>1) Estruturas Básicas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Classe : </a:t>
            </a: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</a:t>
            </a:r>
            <a:r>
              <a:rPr lang="pt-BR" sz="1600" dirty="0" err="1">
                <a:latin typeface="Nixie One" panose="020B0604020202020204" charset="0"/>
              </a:rPr>
              <a:t>class</a:t>
            </a:r>
            <a:r>
              <a:rPr lang="pt-BR" sz="1600" dirty="0">
                <a:latin typeface="Nixie One" panose="020B0604020202020204" charset="0"/>
              </a:rPr>
              <a:t> &lt;</a:t>
            </a:r>
            <a:r>
              <a:rPr lang="pt-BR" sz="1600" dirty="0" err="1">
                <a:latin typeface="Nixie One" panose="020B0604020202020204" charset="0"/>
              </a:rPr>
              <a:t>nameClass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pt-BR" sz="1600" dirty="0" err="1">
                <a:latin typeface="Nixie One" panose="020B0604020202020204" charset="0"/>
              </a:rPr>
              <a:t>Enum</a:t>
            </a:r>
            <a:r>
              <a:rPr lang="pt-BR" sz="1600" dirty="0">
                <a:latin typeface="Nixie One" panose="020B0604020202020204" charset="0"/>
              </a:rPr>
              <a:t> : </a:t>
            </a: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</a:t>
            </a:r>
            <a:r>
              <a:rPr lang="pt-BR" sz="1600" dirty="0" err="1">
                <a:latin typeface="Nixie One" panose="020B0604020202020204" charset="0"/>
              </a:rPr>
              <a:t>enum</a:t>
            </a:r>
            <a:r>
              <a:rPr lang="pt-BR" sz="1600" dirty="0">
                <a:latin typeface="Nixie One" panose="020B0604020202020204" charset="0"/>
              </a:rPr>
              <a:t> &lt;</a:t>
            </a:r>
            <a:r>
              <a:rPr lang="pt-BR" sz="1600" dirty="0" err="1">
                <a:latin typeface="Nixie One" panose="020B0604020202020204" charset="0"/>
              </a:rPr>
              <a:t>nameEnum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pt-BR" sz="1600" dirty="0">
                <a:latin typeface="Nixie One" panose="020B0604020202020204" charset="0"/>
              </a:rPr>
              <a:t>Interface : </a:t>
            </a: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interface &lt;</a:t>
            </a:r>
            <a:r>
              <a:rPr lang="pt-BR" sz="1600" dirty="0" err="1">
                <a:latin typeface="Nixie One" panose="020B0604020202020204" charset="0"/>
              </a:rPr>
              <a:t>nameInterf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algn="just">
              <a:buFont typeface="Wingdings" panose="05000000000000000000" pitchFamily="2" charset="2"/>
              <a:buChar char="Ø"/>
            </a:pPr>
            <a:endParaRPr lang="pt-BR" sz="1600" dirty="0">
              <a:latin typeface="Nixie One" panose="020B0604020202020204" charset="0"/>
            </a:endParaRPr>
          </a:p>
          <a:p>
            <a:pPr marL="139700" indent="0" algn="just">
              <a:buNone/>
            </a:pPr>
            <a:r>
              <a:rPr lang="pt-BR" sz="1600" b="1" u="sng" dirty="0">
                <a:latin typeface="Nixie One" panose="020B0604020202020204" charset="0"/>
              </a:rPr>
              <a:t>2) Componente</a:t>
            </a:r>
            <a:r>
              <a:rPr lang="pt-BR" sz="1600" dirty="0">
                <a:latin typeface="Nixie One" panose="020B0604020202020204" charset="0"/>
              </a:rPr>
              <a:t>: Estrutura HTML, CSS e JS que realiza telas ou </a:t>
            </a:r>
            <a:r>
              <a:rPr lang="pt-BR" sz="1600" dirty="0" err="1">
                <a:latin typeface="Nixie One" panose="020B0604020202020204" charset="0"/>
              </a:rPr>
              <a:t>componentização</a:t>
            </a:r>
            <a:r>
              <a:rPr lang="pt-BR" sz="1600" dirty="0">
                <a:latin typeface="Nixie One" panose="020B0604020202020204" charset="0"/>
              </a:rPr>
              <a:t>.</a:t>
            </a:r>
          </a:p>
          <a:p>
            <a:pPr marL="139700" indent="0" algn="ctr">
              <a:buNone/>
            </a:pP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c &lt;</a:t>
            </a:r>
            <a:r>
              <a:rPr lang="pt-BR" sz="1600" dirty="0" err="1">
                <a:latin typeface="Nixie One" panose="020B0604020202020204" charset="0"/>
              </a:rPr>
              <a:t>nameComponent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marL="139700" indent="0">
              <a:buNone/>
            </a:pPr>
            <a:endParaRPr lang="pt-BR" sz="1600" dirty="0">
              <a:latin typeface="Nixie One" panose="020B0604020202020204" charset="0"/>
            </a:endParaRPr>
          </a:p>
          <a:p>
            <a:pPr marL="139700" indent="0">
              <a:buNone/>
            </a:pPr>
            <a:r>
              <a:rPr lang="pt-BR" sz="1600" b="1" u="sng" dirty="0">
                <a:latin typeface="Nixie One" panose="020B0604020202020204" charset="0"/>
              </a:rPr>
              <a:t>3) Module</a:t>
            </a:r>
            <a:r>
              <a:rPr lang="pt-BR" sz="1600" dirty="0">
                <a:latin typeface="Nixie One" panose="020B0604020202020204" charset="0"/>
              </a:rPr>
              <a:t>: Classe responsável por gerenciar </a:t>
            </a:r>
            <a:r>
              <a:rPr lang="pt-BR" sz="1600" dirty="0" err="1">
                <a:latin typeface="Nixie One" panose="020B0604020202020204" charset="0"/>
              </a:rPr>
              <a:t>imports</a:t>
            </a:r>
            <a:r>
              <a:rPr lang="pt-BR" sz="1600" dirty="0">
                <a:latin typeface="Nixie One" panose="020B0604020202020204" charset="0"/>
              </a:rPr>
              <a:t>, </a:t>
            </a:r>
            <a:r>
              <a:rPr lang="pt-BR" sz="1600" dirty="0" err="1">
                <a:latin typeface="Nixie One" panose="020B0604020202020204" charset="0"/>
              </a:rPr>
              <a:t>exports</a:t>
            </a:r>
            <a:r>
              <a:rPr lang="pt-BR" sz="1600" dirty="0">
                <a:latin typeface="Nixie One" panose="020B0604020202020204" charset="0"/>
              </a:rPr>
              <a:t> para componentes declarados em seu contexto.</a:t>
            </a:r>
          </a:p>
          <a:p>
            <a:pPr marL="139700" indent="0" algn="ctr">
              <a:buNone/>
            </a:pP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m &lt;</a:t>
            </a:r>
            <a:r>
              <a:rPr lang="pt-BR" sz="1600" dirty="0" err="1">
                <a:latin typeface="Nixie One" panose="020B0604020202020204" charset="0"/>
              </a:rPr>
              <a:t>nameModule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marL="139700" indent="0">
              <a:buNone/>
            </a:pPr>
            <a:endParaRPr lang="pt-BR" sz="1600" dirty="0">
              <a:latin typeface="Nixie One" panose="020B0604020202020204" charset="0"/>
            </a:endParaRPr>
          </a:p>
        </p:txBody>
      </p:sp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1985161" y="314382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Estruturas fundamentais</a:t>
            </a:r>
            <a:endParaRPr sz="2400" dirty="0"/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5815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8"/>
          <p:cNvSpPr txBox="1">
            <a:spLocks noGrp="1"/>
          </p:cNvSpPr>
          <p:nvPr>
            <p:ph type="body" idx="1"/>
          </p:nvPr>
        </p:nvSpPr>
        <p:spPr>
          <a:xfrm>
            <a:off x="1315792" y="966516"/>
            <a:ext cx="6283038" cy="38190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pt-BR" sz="1600" b="1" u="sng" dirty="0">
                <a:latin typeface="Nixie One" panose="020B0604020202020204" charset="0"/>
              </a:rPr>
              <a:t>4) Service</a:t>
            </a:r>
            <a:r>
              <a:rPr lang="pt-BR" sz="1600" dirty="0">
                <a:latin typeface="Nixie One" panose="020B0604020202020204" charset="0"/>
              </a:rPr>
              <a:t>: Classe Responsável por realizar a injeção de dependência.</a:t>
            </a:r>
          </a:p>
          <a:p>
            <a:pPr marL="139700" indent="0" algn="ctr">
              <a:buNone/>
            </a:pP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s &lt;</a:t>
            </a:r>
            <a:r>
              <a:rPr lang="pt-BR" sz="1600" dirty="0" err="1">
                <a:latin typeface="Nixie One" panose="020B0604020202020204" charset="0"/>
              </a:rPr>
              <a:t>nameService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marL="139700" indent="0" algn="ctr">
              <a:buNone/>
            </a:pPr>
            <a:endParaRPr lang="pt-BR" sz="1600" dirty="0">
              <a:latin typeface="Nixie One" panose="020B0604020202020204" charset="0"/>
            </a:endParaRPr>
          </a:p>
          <a:p>
            <a:pPr marL="139700" indent="0">
              <a:buNone/>
            </a:pPr>
            <a:r>
              <a:rPr lang="pt-BR" sz="1600" b="1" u="sng" dirty="0">
                <a:latin typeface="Nixie One" panose="020B0604020202020204" charset="0"/>
              </a:rPr>
              <a:t>5) </a:t>
            </a:r>
            <a:r>
              <a:rPr lang="pt-BR" sz="1600" b="1" u="sng" dirty="0" err="1">
                <a:latin typeface="Nixie One" panose="020B0604020202020204" charset="0"/>
              </a:rPr>
              <a:t>Pipe</a:t>
            </a:r>
            <a:r>
              <a:rPr lang="pt-BR" sz="1600" dirty="0">
                <a:latin typeface="Nixie One" panose="020B0604020202020204" charset="0"/>
              </a:rPr>
              <a:t>: Estrutura responsável por formatar dados.</a:t>
            </a:r>
          </a:p>
          <a:p>
            <a:pPr marL="139700" indent="0" algn="ctr">
              <a:buNone/>
            </a:pP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p &lt;</a:t>
            </a:r>
            <a:r>
              <a:rPr lang="pt-BR" sz="1600" dirty="0" err="1">
                <a:latin typeface="Nixie One" panose="020B0604020202020204" charset="0"/>
              </a:rPr>
              <a:t>namePipe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marL="139700" indent="0" algn="ctr">
              <a:buNone/>
            </a:pPr>
            <a:endParaRPr lang="pt-BR" sz="1600" dirty="0">
              <a:latin typeface="Nixie One" panose="020B0604020202020204" charset="0"/>
            </a:endParaRPr>
          </a:p>
          <a:p>
            <a:pPr marL="139700" indent="0">
              <a:buNone/>
            </a:pPr>
            <a:r>
              <a:rPr lang="pt-BR" sz="1600" b="1" u="sng" dirty="0">
                <a:latin typeface="Nixie One" panose="020B0604020202020204" charset="0"/>
              </a:rPr>
              <a:t>6) </a:t>
            </a:r>
            <a:r>
              <a:rPr lang="pt-BR" sz="1600" b="1" u="sng" dirty="0" err="1">
                <a:latin typeface="Nixie One" panose="020B0604020202020204" charset="0"/>
              </a:rPr>
              <a:t>Directive</a:t>
            </a:r>
            <a:r>
              <a:rPr lang="pt-BR" sz="1600" dirty="0">
                <a:latin typeface="Nixie One" panose="020B0604020202020204" charset="0"/>
              </a:rPr>
              <a:t>: Estrutura lógica nas </a:t>
            </a:r>
            <a:r>
              <a:rPr lang="pt-BR" sz="1600" dirty="0" err="1">
                <a:latin typeface="Nixie One" panose="020B0604020202020204" charset="0"/>
              </a:rPr>
              <a:t>tags</a:t>
            </a:r>
            <a:r>
              <a:rPr lang="pt-BR" sz="1600" dirty="0">
                <a:latin typeface="Nixie One" panose="020B0604020202020204" charset="0"/>
              </a:rPr>
              <a:t> HTML.</a:t>
            </a:r>
          </a:p>
          <a:p>
            <a:pPr marL="139700" indent="0" algn="ctr">
              <a:buNone/>
            </a:pP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d &lt;</a:t>
            </a:r>
            <a:r>
              <a:rPr lang="pt-BR" sz="1600" dirty="0" err="1">
                <a:latin typeface="Nixie One" panose="020B0604020202020204" charset="0"/>
              </a:rPr>
              <a:t>nameDirective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marL="139700" indent="0">
              <a:buNone/>
            </a:pPr>
            <a:endParaRPr lang="pt-BR" sz="1600" dirty="0">
              <a:latin typeface="Nixie One" panose="020B0604020202020204" charset="0"/>
            </a:endParaRPr>
          </a:p>
          <a:p>
            <a:pPr marL="139700" indent="0">
              <a:buNone/>
            </a:pPr>
            <a:r>
              <a:rPr lang="pt-BR" sz="1600" b="1" u="sng" dirty="0">
                <a:latin typeface="Nixie One" panose="020B0604020202020204" charset="0"/>
              </a:rPr>
              <a:t>7) Guard</a:t>
            </a:r>
            <a:r>
              <a:rPr lang="pt-BR" sz="1600" dirty="0">
                <a:latin typeface="Nixie One" panose="020B0604020202020204" charset="0"/>
              </a:rPr>
              <a:t>: Classe responsável por criar regras de restrição nas rotas.</a:t>
            </a:r>
          </a:p>
          <a:p>
            <a:pPr marL="139700" indent="0" algn="ctr">
              <a:buNone/>
            </a:pPr>
            <a:r>
              <a:rPr lang="pt-BR" sz="1600" dirty="0" err="1">
                <a:latin typeface="Nixie One" panose="020B0604020202020204" charset="0"/>
              </a:rPr>
              <a:t>ng</a:t>
            </a:r>
            <a:r>
              <a:rPr lang="pt-BR" sz="1600" dirty="0">
                <a:latin typeface="Nixie One" panose="020B0604020202020204" charset="0"/>
              </a:rPr>
              <a:t> g </a:t>
            </a:r>
            <a:r>
              <a:rPr lang="pt-BR" sz="1600" dirty="0" err="1">
                <a:latin typeface="Nixie One" panose="020B0604020202020204" charset="0"/>
              </a:rPr>
              <a:t>g</a:t>
            </a:r>
            <a:r>
              <a:rPr lang="pt-BR" sz="1600" dirty="0">
                <a:latin typeface="Nixie One" panose="020B0604020202020204" charset="0"/>
              </a:rPr>
              <a:t> &lt;</a:t>
            </a:r>
            <a:r>
              <a:rPr lang="pt-BR" sz="1600" dirty="0" err="1">
                <a:latin typeface="Nixie One" panose="020B0604020202020204" charset="0"/>
              </a:rPr>
              <a:t>nameGuard</a:t>
            </a:r>
            <a:r>
              <a:rPr lang="pt-BR" sz="1600" dirty="0">
                <a:latin typeface="Nixie One" panose="020B0604020202020204" charset="0"/>
              </a:rPr>
              <a:t>&gt;</a:t>
            </a:r>
          </a:p>
          <a:p>
            <a:pPr marL="139700" indent="0">
              <a:buNone/>
            </a:pPr>
            <a:endParaRPr lang="pt-BR" dirty="0">
              <a:latin typeface="Nixie One" panose="020B0604020202020204" charset="0"/>
            </a:endParaRPr>
          </a:p>
        </p:txBody>
      </p:sp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1985161" y="314382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Estruturas fundamentais</a:t>
            </a:r>
            <a:endParaRPr sz="2400" dirty="0"/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139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4"/>
          <p:cNvSpPr txBox="1">
            <a:spLocks noGrp="1"/>
          </p:cNvSpPr>
          <p:nvPr>
            <p:ph type="ctrTitle"/>
          </p:nvPr>
        </p:nvSpPr>
        <p:spPr>
          <a:xfrm>
            <a:off x="2476575" y="2019300"/>
            <a:ext cx="5638800" cy="108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00B0F0"/>
                </a:solidFill>
              </a:rPr>
              <a:t>Criação do projeto Angular </a:t>
            </a:r>
          </a:p>
        </p:txBody>
      </p:sp>
      <p:sp>
        <p:nvSpPr>
          <p:cNvPr id="361" name="Google Shape;361;p14"/>
          <p:cNvSpPr txBox="1"/>
          <p:nvPr/>
        </p:nvSpPr>
        <p:spPr>
          <a:xfrm>
            <a:off x="409575" y="1676400"/>
            <a:ext cx="2067000" cy="17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439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2026725" y="554500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Criação do projeto Angular</a:t>
            </a:r>
            <a:endParaRPr sz="2400" dirty="0"/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18" name="Google Shape;407;p19">
            <a:extLst>
              <a:ext uri="{FF2B5EF4-FFF2-40B4-BE49-F238E27FC236}">
                <a16:creationId xmlns:a16="http://schemas.microsoft.com/office/drawing/2014/main" xmlns="" id="{795C99B8-B1D3-4D15-853F-4866DBBDCC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60901" y="1384973"/>
            <a:ext cx="6157022" cy="30240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600" b="1" dirty="0">
                <a:latin typeface="Nixie One" panose="020B0604020202020204" charset="0"/>
              </a:rPr>
              <a:t>Instalando o Angular</a:t>
            </a:r>
            <a:endParaRPr sz="1600" b="1" dirty="0">
              <a:latin typeface="Nixie One" panose="020B0604020202020204" charset="0"/>
            </a:endParaRPr>
          </a:p>
          <a:p>
            <a:pPr marL="342900" lvl="0" indent="-342900" algn="l" rtl="0">
              <a:spcBef>
                <a:spcPts val="600"/>
              </a:spcBef>
              <a:spcAft>
                <a:spcPts val="0"/>
              </a:spcAft>
              <a:buAutoNum type="arabicPeriod"/>
            </a:pPr>
            <a:r>
              <a:rPr lang="en" sz="1600" dirty="0">
                <a:latin typeface="Nixie One" panose="020B0604020202020204" charset="0"/>
              </a:rPr>
              <a:t>Instalar o NodeJS</a:t>
            </a:r>
          </a:p>
          <a:p>
            <a:pPr marL="342900" lvl="0" indent="-342900" algn="l" rtl="0">
              <a:spcBef>
                <a:spcPts val="600"/>
              </a:spcBef>
              <a:spcAft>
                <a:spcPts val="0"/>
              </a:spcAft>
              <a:buAutoNum type="arabicPeriod"/>
            </a:pPr>
            <a:r>
              <a:rPr lang="en" sz="1600" dirty="0">
                <a:latin typeface="Nixie One" panose="020B0604020202020204" charset="0"/>
              </a:rPr>
              <a:t>Instalar o Angular com o comando: </a:t>
            </a:r>
            <a:r>
              <a:rPr lang="en" sz="1600" b="1" dirty="0">
                <a:solidFill>
                  <a:srgbClr val="19BBD5"/>
                </a:solidFill>
                <a:latin typeface="Nixie One" panose="020B0604020202020204" charset="0"/>
              </a:rPr>
              <a:t>npm install –g @angular/cli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" sz="1600" b="1" dirty="0">
              <a:latin typeface="Nixie One" panose="020B0604020202020204" charset="0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b="1" dirty="0">
                <a:latin typeface="Nixie One" panose="020B0604020202020204" charset="0"/>
              </a:rPr>
              <a:t>Criando projeto simples em Angular</a:t>
            </a:r>
          </a:p>
          <a:p>
            <a:pPr marL="342900" lvl="0" indent="-342900" algn="l" rtl="0">
              <a:spcBef>
                <a:spcPts val="600"/>
              </a:spcBef>
              <a:spcAft>
                <a:spcPts val="0"/>
              </a:spcAft>
              <a:buAutoNum type="arabicPeriod"/>
            </a:pPr>
            <a:r>
              <a:rPr lang="pt-BR" sz="1600" dirty="0">
                <a:latin typeface="Nixie One" panose="020B0604020202020204" charset="0"/>
              </a:rPr>
              <a:t>Comando: </a:t>
            </a:r>
            <a:r>
              <a:rPr lang="pt-BR" sz="1600" b="1" dirty="0" err="1">
                <a:solidFill>
                  <a:srgbClr val="19BBD5"/>
                </a:solidFill>
                <a:latin typeface="Nixie One" panose="020B0604020202020204" charset="0"/>
              </a:rPr>
              <a:t>ng</a:t>
            </a:r>
            <a:r>
              <a:rPr lang="pt-BR" sz="1600" b="1" dirty="0">
                <a:solidFill>
                  <a:srgbClr val="19BBD5"/>
                </a:solidFill>
                <a:latin typeface="Nixie One" panose="020B0604020202020204" charset="0"/>
              </a:rPr>
              <a:t> new &lt;</a:t>
            </a:r>
            <a:r>
              <a:rPr lang="pt-BR" sz="1600" b="1" dirty="0" err="1">
                <a:solidFill>
                  <a:srgbClr val="19BBD5"/>
                </a:solidFill>
                <a:latin typeface="Nixie One" panose="020B0604020202020204" charset="0"/>
              </a:rPr>
              <a:t>projectName</a:t>
            </a:r>
            <a:r>
              <a:rPr lang="pt-BR" sz="1600" b="1" dirty="0">
                <a:solidFill>
                  <a:srgbClr val="19BBD5"/>
                </a:solidFill>
                <a:latin typeface="Nixie One" panose="020B0604020202020204" charset="0"/>
              </a:rPr>
              <a:t>&gt;</a:t>
            </a:r>
          </a:p>
          <a:p>
            <a:pPr marL="342900" lvl="0" indent="-342900" algn="l" rtl="0">
              <a:spcBef>
                <a:spcPts val="600"/>
              </a:spcBef>
              <a:spcAft>
                <a:spcPts val="0"/>
              </a:spcAft>
              <a:buAutoNum type="arabicPeriod"/>
            </a:pPr>
            <a:r>
              <a:rPr lang="en" sz="1600" dirty="0">
                <a:latin typeface="Nixie One" panose="020B0604020202020204" charset="0"/>
              </a:rPr>
              <a:t>Pastas:</a:t>
            </a:r>
          </a:p>
          <a:p>
            <a:pPr marL="800100" lvl="1" indent="-342900">
              <a:spcBef>
                <a:spcPts val="600"/>
              </a:spcBef>
              <a:buAutoNum type="arabicPeriod"/>
            </a:pPr>
            <a:r>
              <a:rPr lang="en" sz="1600" dirty="0">
                <a:latin typeface="Nixie One" panose="020B0604020202020204" charset="0"/>
              </a:rPr>
              <a:t>src/assets: Arquivos renderizados no browser</a:t>
            </a:r>
          </a:p>
          <a:p>
            <a:pPr marL="800100" lvl="1" indent="-342900">
              <a:spcBef>
                <a:spcPts val="600"/>
              </a:spcBef>
              <a:buAutoNum type="arabicPeriod"/>
            </a:pPr>
            <a:r>
              <a:rPr lang="en" sz="1600" dirty="0">
                <a:latin typeface="Nixie One" panose="020B0604020202020204" charset="0"/>
              </a:rPr>
              <a:t>src/environments: Arquivos de ambiente</a:t>
            </a:r>
          </a:p>
          <a:p>
            <a:pPr marL="800100" lvl="1" indent="-342900">
              <a:spcBef>
                <a:spcPts val="600"/>
              </a:spcBef>
              <a:buAutoNum type="arabicPeriod"/>
            </a:pPr>
            <a:r>
              <a:rPr lang="en" sz="1600" dirty="0">
                <a:latin typeface="Nixie One" panose="020B0604020202020204" charset="0"/>
              </a:rPr>
              <a:t>src/app: Aplicação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49E4BA6C-6F20-440D-AE00-2041279F5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83" y="1611814"/>
            <a:ext cx="2137471" cy="2570376"/>
          </a:xfrm>
          <a:prstGeom prst="rect">
            <a:avLst/>
          </a:prstGeom>
        </p:spPr>
      </p:pic>
      <p:sp>
        <p:nvSpPr>
          <p:cNvPr id="20" name="Retângulo 19">
            <a:extLst>
              <a:ext uri="{FF2B5EF4-FFF2-40B4-BE49-F238E27FC236}">
                <a16:creationId xmlns:a16="http://schemas.microsoft.com/office/drawing/2014/main" xmlns="" id="{952E34D4-4157-4F72-9CB9-06455DABF9D5}"/>
              </a:ext>
            </a:extLst>
          </p:cNvPr>
          <p:cNvSpPr/>
          <p:nvPr/>
        </p:nvSpPr>
        <p:spPr>
          <a:xfrm>
            <a:off x="6695768" y="1761467"/>
            <a:ext cx="1051232" cy="147051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xmlns="" id="{9A6389F1-8687-40A6-BF54-AA7ABDD06640}"/>
              </a:ext>
            </a:extLst>
          </p:cNvPr>
          <p:cNvSpPr/>
          <p:nvPr/>
        </p:nvSpPr>
        <p:spPr>
          <a:xfrm>
            <a:off x="6695767" y="1925008"/>
            <a:ext cx="1051232" cy="155824"/>
          </a:xfrm>
          <a:prstGeom prst="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xmlns="" id="{AE87B12F-8E30-420E-95EB-CFDDF8C58A03}"/>
              </a:ext>
            </a:extLst>
          </p:cNvPr>
          <p:cNvSpPr txBox="1"/>
          <p:nvPr/>
        </p:nvSpPr>
        <p:spPr>
          <a:xfrm>
            <a:off x="7746999" y="1832293"/>
            <a:ext cx="9042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u="sng" dirty="0">
                <a:solidFill>
                  <a:schemeClr val="accent6"/>
                </a:solidFill>
                <a:latin typeface="Muli"/>
              </a:rPr>
              <a:t>Arquivos de dependências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xmlns="" id="{2CEFBE4E-C603-40BC-A450-9EFC7C148EDE}"/>
              </a:ext>
            </a:extLst>
          </p:cNvPr>
          <p:cNvSpPr/>
          <p:nvPr/>
        </p:nvSpPr>
        <p:spPr>
          <a:xfrm>
            <a:off x="6931152" y="2244373"/>
            <a:ext cx="1051232" cy="1833851"/>
          </a:xfrm>
          <a:prstGeom prst="rect">
            <a:avLst/>
          </a:prstGeom>
          <a:noFill/>
          <a:ln w="952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55E9A0D6-AC16-45DF-8AD3-5A55FD303319}"/>
              </a:ext>
            </a:extLst>
          </p:cNvPr>
          <p:cNvSpPr txBox="1"/>
          <p:nvPr/>
        </p:nvSpPr>
        <p:spPr>
          <a:xfrm>
            <a:off x="7970224" y="2242836"/>
            <a:ext cx="9042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u="sng" dirty="0">
                <a:solidFill>
                  <a:srgbClr val="FFFF00"/>
                </a:solidFill>
                <a:latin typeface="Muli"/>
              </a:rPr>
              <a:t>Arquivos de Configuração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xmlns="" id="{B2CAED33-4F9D-4AA9-A9B8-FF3D1BDEACEF}"/>
              </a:ext>
            </a:extLst>
          </p:cNvPr>
          <p:cNvSpPr/>
          <p:nvPr/>
        </p:nvSpPr>
        <p:spPr>
          <a:xfrm>
            <a:off x="6601968" y="4468368"/>
            <a:ext cx="2290786" cy="514221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latin typeface="Muli"/>
              </a:rPr>
              <a:t>OBS: </a:t>
            </a:r>
            <a:r>
              <a:rPr lang="pt-BR" sz="1000" b="1" u="sng" dirty="0">
                <a:latin typeface="Muli"/>
              </a:rPr>
              <a:t>Rodar Angular</a:t>
            </a:r>
          </a:p>
          <a:p>
            <a:pPr algn="ctr"/>
            <a:r>
              <a:rPr lang="pt-BR" sz="1000" dirty="0" err="1">
                <a:solidFill>
                  <a:srgbClr val="19BBD5"/>
                </a:solidFill>
                <a:latin typeface="Muli"/>
              </a:rPr>
              <a:t>ng</a:t>
            </a:r>
            <a:r>
              <a:rPr lang="pt-BR" sz="1000" dirty="0">
                <a:solidFill>
                  <a:srgbClr val="19BBD5"/>
                </a:solidFill>
                <a:latin typeface="Muli"/>
              </a:rPr>
              <a:t> serve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xmlns="" id="{AAC5D536-9DD6-4A46-8ADB-8CFB53155FCF}"/>
              </a:ext>
            </a:extLst>
          </p:cNvPr>
          <p:cNvSpPr txBox="1"/>
          <p:nvPr/>
        </p:nvSpPr>
        <p:spPr>
          <a:xfrm>
            <a:off x="7750661" y="1496438"/>
            <a:ext cx="11238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u="sng" dirty="0">
                <a:solidFill>
                  <a:schemeClr val="accent5"/>
                </a:solidFill>
                <a:latin typeface="Muli"/>
              </a:rPr>
              <a:t>Arquivos de testes </a:t>
            </a:r>
            <a:r>
              <a:rPr lang="pt-BR" sz="800" u="sng" dirty="0" err="1">
                <a:solidFill>
                  <a:schemeClr val="accent5"/>
                </a:solidFill>
                <a:latin typeface="Muli"/>
              </a:rPr>
              <a:t>end-to-end</a:t>
            </a:r>
            <a:r>
              <a:rPr lang="pt-BR" sz="800" u="sng" dirty="0">
                <a:solidFill>
                  <a:schemeClr val="accent5"/>
                </a:solidFill>
                <a:latin typeface="Muli"/>
              </a:rPr>
              <a:t> (</a:t>
            </a:r>
            <a:r>
              <a:rPr lang="pt-BR" sz="800" u="sng" dirty="0" err="1">
                <a:solidFill>
                  <a:schemeClr val="accent5"/>
                </a:solidFill>
                <a:latin typeface="Muli"/>
              </a:rPr>
              <a:t>Protactor</a:t>
            </a:r>
            <a:r>
              <a:rPr lang="pt-BR" sz="800" u="sng" dirty="0">
                <a:solidFill>
                  <a:schemeClr val="accent5"/>
                </a:solidFill>
                <a:latin typeface="Mul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12338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8"/>
          <p:cNvSpPr txBox="1">
            <a:spLocks noGrp="1"/>
          </p:cNvSpPr>
          <p:nvPr>
            <p:ph type="body" idx="1"/>
          </p:nvPr>
        </p:nvSpPr>
        <p:spPr>
          <a:xfrm>
            <a:off x="1479931" y="1223525"/>
            <a:ext cx="5707145" cy="30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buFont typeface="Wingdings" panose="05000000000000000000" pitchFamily="2" charset="2"/>
              <a:buChar char="Ø"/>
            </a:pPr>
            <a:r>
              <a:rPr lang="pt-BR" sz="1600" b="1" dirty="0" smtClean="0">
                <a:solidFill>
                  <a:schemeClr val="tx1"/>
                </a:solidFill>
                <a:latin typeface="Nixie One" panose="020B0604020202020204" charset="0"/>
              </a:rPr>
              <a:t>NOLETO, 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Cairo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. </a:t>
            </a:r>
            <a:r>
              <a:rPr lang="pt-BR" sz="1600" dirty="0" err="1" smtClean="0">
                <a:solidFill>
                  <a:schemeClr val="tx1"/>
                </a:solidFill>
                <a:latin typeface="Nixie One" panose="020B0604020202020204" charset="0"/>
              </a:rPr>
              <a:t>Typescript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</a:rPr>
              <a:t>: o que é, principais conceitos e porquê usar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! São Paulo - </a:t>
            </a:r>
            <a:r>
              <a:rPr lang="pt-BR" sz="1600" dirty="0">
                <a:latin typeface="Nixie One" panose="020B0604020202020204" charset="0"/>
              </a:rPr>
              <a:t>1 de maio de </a:t>
            </a:r>
            <a:r>
              <a:rPr lang="pt-BR" sz="1600" dirty="0" smtClean="0">
                <a:latin typeface="Nixie One" panose="020B0604020202020204" charset="0"/>
              </a:rPr>
              <a:t>2020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. Disponível em: https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</a:rPr>
              <a:t>://blog.betrybe.com/desenvolvimento-web/typescript/. 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Acesso em: 02 de fevereiro de 2021;</a:t>
            </a:r>
          </a:p>
          <a:p>
            <a:pPr algn="just">
              <a:buFont typeface="Wingdings" panose="05000000000000000000" pitchFamily="2" charset="2"/>
              <a:buChar char="Ø"/>
            </a:pPr>
            <a:endParaRPr lang="pt-BR" sz="1600" dirty="0" smtClean="0">
              <a:solidFill>
                <a:schemeClr val="tx1"/>
              </a:solidFill>
              <a:latin typeface="Nixie One" panose="020B0604020202020204" charset="0"/>
            </a:endParaRPr>
          </a:p>
          <a:p>
            <a:pPr algn="just">
              <a:buFont typeface="Wingdings" panose="05000000000000000000" pitchFamily="2" charset="2"/>
              <a:buChar char="Ø"/>
            </a:pP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Disponível 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</a:rPr>
              <a:t>em: https://bognarjunior.wordpress.com/2016/02/28/angularjs-spa-single-page-application/. Acesso em: 02 de fevereiro de 2021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;</a:t>
            </a:r>
          </a:p>
          <a:p>
            <a:pPr marL="285750" lvl="0" indent="-285750" algn="l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dirty="0">
              <a:latin typeface="Nixie One" panose="020B0604020202020204" charset="0"/>
            </a:endParaRPr>
          </a:p>
        </p:txBody>
      </p:sp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1861354" y="371620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Referências </a:t>
            </a:r>
            <a:endParaRPr sz="2400" dirty="0"/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6213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8"/>
          <p:cNvSpPr txBox="1">
            <a:spLocks noGrp="1"/>
          </p:cNvSpPr>
          <p:nvPr>
            <p:ph type="body" idx="1"/>
          </p:nvPr>
        </p:nvSpPr>
        <p:spPr>
          <a:xfrm>
            <a:off x="1645302" y="1427589"/>
            <a:ext cx="5707145" cy="30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buFont typeface="Wingdings" panose="05000000000000000000" pitchFamily="2" charset="2"/>
              <a:buChar char="Ø"/>
            </a:pPr>
            <a:r>
              <a:rPr lang="pt-BR" sz="1600" b="1" dirty="0" smtClean="0">
                <a:solidFill>
                  <a:schemeClr val="tx1"/>
                </a:solidFill>
                <a:latin typeface="Nixie One" panose="020B0604020202020204" charset="0"/>
              </a:rPr>
              <a:t>L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, </a:t>
            </a:r>
            <a:r>
              <a:rPr lang="pt-BR" sz="1600" dirty="0" smtClean="0">
                <a:latin typeface="Nixie One" panose="020B0604020202020204" charset="0"/>
              </a:rPr>
              <a:t>Andrei</a:t>
            </a:r>
            <a:r>
              <a:rPr lang="pt-BR" sz="1600" dirty="0">
                <a:latin typeface="Nixie One" panose="020B0604020202020204" charset="0"/>
              </a:rPr>
              <a:t>. O Que é Angular? Guia para Iniciantes São Paulo – 13 de janeiro de 2020 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</a:rPr>
              <a:t>Disponível em: https://www.hostinger.com.br/tutoriais/o-que-e-angular. Acesso em: 02 de fevereiro de 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2021;</a:t>
            </a:r>
          </a:p>
          <a:p>
            <a:pPr algn="just">
              <a:buFont typeface="Wingdings" panose="05000000000000000000" pitchFamily="2" charset="2"/>
              <a:buChar char="Ø"/>
            </a:pPr>
            <a:endParaRPr lang="pt-BR" sz="1600" b="1" dirty="0" smtClean="0">
              <a:solidFill>
                <a:schemeClr val="tx1"/>
              </a:solidFill>
              <a:latin typeface="Nixie One" panose="020B0604020202020204" charset="0"/>
            </a:endParaRPr>
          </a:p>
          <a:p>
            <a:pPr algn="just">
              <a:buFont typeface="Wingdings" panose="05000000000000000000" pitchFamily="2" charset="2"/>
              <a:buChar char="Ø"/>
            </a:pPr>
            <a:r>
              <a:rPr lang="pt-BR" sz="1600" b="1" smtClean="0">
                <a:solidFill>
                  <a:schemeClr val="tx1"/>
                </a:solidFill>
                <a:latin typeface="Nixie One" panose="020B0604020202020204" charset="0"/>
              </a:rPr>
              <a:t>LISBOA, 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Maria. </a:t>
            </a:r>
            <a:r>
              <a:rPr lang="pt-BR" sz="1600" dirty="0">
                <a:latin typeface="Nixie One" panose="020B0604020202020204" charset="0"/>
              </a:rPr>
              <a:t>Criando um projeto </a:t>
            </a:r>
            <a:r>
              <a:rPr lang="pt-BR" sz="1600" dirty="0" smtClean="0">
                <a:latin typeface="Nixie One" panose="020B0604020202020204" charset="0"/>
              </a:rPr>
              <a:t>Angular. São Paulo – 20 de Maio de 2020. 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Disponível </a:t>
            </a:r>
            <a:r>
              <a:rPr lang="pt-BR" sz="1600" dirty="0">
                <a:solidFill>
                  <a:schemeClr val="tx1"/>
                </a:solidFill>
                <a:latin typeface="Nixie One" panose="020B0604020202020204" charset="0"/>
              </a:rPr>
              <a:t>em: https://marialisboa.com/criando-um-projeto-angular/. Acesso em 02 de fevereiro de 2021</a:t>
            </a:r>
            <a:r>
              <a:rPr lang="pt-BR" sz="1600" dirty="0" smtClean="0">
                <a:solidFill>
                  <a:schemeClr val="tx1"/>
                </a:solidFill>
                <a:latin typeface="Nixie One" panose="020B0604020202020204" charset="0"/>
              </a:rPr>
              <a:t>.</a:t>
            </a:r>
            <a:endParaRPr lang="pt-BR" sz="1600" dirty="0">
              <a:solidFill>
                <a:schemeClr val="tx1"/>
              </a:solidFill>
              <a:latin typeface="Nixie One" panose="020B0604020202020204" charset="0"/>
            </a:endParaRPr>
          </a:p>
          <a:p>
            <a:pPr marL="285750" lvl="0" indent="-285750" algn="l" rtl="0">
              <a:spcBef>
                <a:spcPts val="60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dirty="0">
              <a:latin typeface="Nixie One" panose="020B0604020202020204" charset="0"/>
            </a:endParaRPr>
          </a:p>
        </p:txBody>
      </p:sp>
      <p:sp>
        <p:nvSpPr>
          <p:cNvPr id="399" name="Google Shape;399;p18"/>
          <p:cNvSpPr txBox="1">
            <a:spLocks noGrp="1"/>
          </p:cNvSpPr>
          <p:nvPr>
            <p:ph type="title"/>
          </p:nvPr>
        </p:nvSpPr>
        <p:spPr>
          <a:xfrm>
            <a:off x="2026725" y="554500"/>
            <a:ext cx="4944300" cy="64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/>
              <a:t>Referências </a:t>
            </a:r>
            <a:endParaRPr sz="2400" dirty="0"/>
          </a:p>
        </p:txBody>
      </p:sp>
      <p:sp>
        <p:nvSpPr>
          <p:cNvPr id="401" name="Google Shape;401;p18"/>
          <p:cNvSpPr txBox="1">
            <a:spLocks noGrp="1"/>
          </p:cNvSpPr>
          <p:nvPr>
            <p:ph type="sldNum" idx="12"/>
          </p:nvPr>
        </p:nvSpPr>
        <p:spPr>
          <a:xfrm>
            <a:off x="13557" y="4785525"/>
            <a:ext cx="548700" cy="3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2687433"/>
      </p:ext>
    </p:extLst>
  </p:cSld>
  <p:clrMapOvr>
    <a:masterClrMapping/>
  </p:clrMapOvr>
</p:sld>
</file>

<file path=ppt/theme/theme1.xml><?xml version="1.0" encoding="utf-8"?>
<a:theme xmlns:a="http://schemas.openxmlformats.org/drawingml/2006/main" name="Imogen template">
  <a:themeElements>
    <a:clrScheme name="Custom 347">
      <a:dk1>
        <a:srgbClr val="FFFFFF"/>
      </a:dk1>
      <a:lt1>
        <a:srgbClr val="0E293C"/>
      </a:lt1>
      <a:dk2>
        <a:srgbClr val="BBC9D3"/>
      </a:dk2>
      <a:lt2>
        <a:srgbClr val="184769"/>
      </a:lt2>
      <a:accent1>
        <a:srgbClr val="00E1C6"/>
      </a:accent1>
      <a:accent2>
        <a:srgbClr val="19BBD5"/>
      </a:accent2>
      <a:accent3>
        <a:srgbClr val="2C9DDE"/>
      </a:accent3>
      <a:accent4>
        <a:srgbClr val="3274E1"/>
      </a:accent4>
      <a:accent5>
        <a:srgbClr val="4C4ED5"/>
      </a:accent5>
      <a:accent6>
        <a:srgbClr val="5CF55F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499</Words>
  <Application>Microsoft Office PowerPoint</Application>
  <PresentationFormat>Apresentação na tela (16:9)</PresentationFormat>
  <Paragraphs>92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1" baseType="lpstr">
      <vt:lpstr>Helvetica Neue</vt:lpstr>
      <vt:lpstr>Nixie One</vt:lpstr>
      <vt:lpstr>Muli</vt:lpstr>
      <vt:lpstr>Arial</vt:lpstr>
      <vt:lpstr>Wingdings</vt:lpstr>
      <vt:lpstr>Imogen template</vt:lpstr>
      <vt:lpstr> Angular </vt:lpstr>
      <vt:lpstr>Apresentação do PowerPoint</vt:lpstr>
      <vt:lpstr>Revisão: Typescript e SPA</vt:lpstr>
      <vt:lpstr>Revisão: Typescript e SPA</vt:lpstr>
      <vt:lpstr> Introdução ao Angular</vt:lpstr>
      <vt:lpstr>Introdução ao Angular</vt:lpstr>
      <vt:lpstr>Vantagens e desvantagens</vt:lpstr>
      <vt:lpstr>Vantagens e desvantagens</vt:lpstr>
      <vt:lpstr>Estruturas Fundamentais</vt:lpstr>
      <vt:lpstr>Estruturas fundamentais</vt:lpstr>
      <vt:lpstr>Estruturas fundamentais</vt:lpstr>
      <vt:lpstr>Criação do projeto Angular </vt:lpstr>
      <vt:lpstr>Criação do projeto Angular</vt:lpstr>
      <vt:lpstr>Referências </vt:lpstr>
      <vt:lpstr>Referências 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JS</dc:title>
  <dc:creator>Stefany Santos</dc:creator>
  <cp:lastModifiedBy>Conta da Microsoft</cp:lastModifiedBy>
  <cp:revision>41</cp:revision>
  <dcterms:modified xsi:type="dcterms:W3CDTF">2021-03-23T23:07:06Z</dcterms:modified>
</cp:coreProperties>
</file>